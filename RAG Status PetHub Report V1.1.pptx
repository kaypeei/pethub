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83" r:id="rId5"/>
  </p:sldMasterIdLst>
  <p:notesMasterIdLst>
    <p:notesMasterId r:id="rId10"/>
  </p:notesMasterIdLst>
  <p:sldIdLst>
    <p:sldId id="6553" r:id="rId6"/>
    <p:sldId id="6550" r:id="rId7"/>
    <p:sldId id="6556" r:id="rId8"/>
    <p:sldId id="6554" r:id="rId9"/>
  </p:sldIdLst>
  <p:sldSz cx="13068300" cy="98171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2286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4572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6858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9144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11430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13716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16002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1828800" algn="l" defTabSz="588003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838787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C8E8"/>
    <a:srgbClr val="71A0FF"/>
    <a:srgbClr val="003399"/>
    <a:srgbClr val="6699FF"/>
    <a:srgbClr val="3399FF"/>
    <a:srgbClr val="0066FF"/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178262"/>
              <a:satOff val="-8651"/>
              <a:lumOff val="-7254"/>
              <a:alpha val="29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6">
              <a:alpha val="25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A01D73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8187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239254"/>
              <a:lumOff val="-1399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EB9B">
              <a:alpha val="26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889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D4EB9B">
                  <a:alpha val="26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47882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>
              <a:alpha val="75000"/>
            </a:srgbClr>
          </a:solidFill>
        </a:fill>
      </a:tcStyle>
    </a:wholeTbl>
    <a:band2H>
      <a:tcTxStyle/>
      <a:tcStyle>
        <a:tcBdr/>
        <a:fill>
          <a:solidFill>
            <a:srgbClr val="686A6A">
              <a:alpha val="85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222222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222222"/>
              </a:solidFill>
              <a:prstDash val="solid"/>
              <a:miter lim="400000"/>
            </a:ln>
          </a:right>
          <a:top>
            <a:ln w="25400" cap="flat">
              <a:solidFill>
                <a:srgbClr val="222222"/>
              </a:solidFill>
              <a:prstDash val="solid"/>
              <a:miter lim="400000"/>
            </a:ln>
          </a:top>
          <a:bottom>
            <a:ln w="254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86A6A">
              <a:alpha val="85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22222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3D3D3D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222222"/>
              </a:solidFill>
              <a:prstDash val="solid"/>
              <a:miter lim="400000"/>
            </a:ln>
          </a:bottom>
          <a:insideH>
            <a:ln w="25400" cap="flat">
              <a:solidFill>
                <a:srgbClr val="22222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38787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838787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CDEE0">
              <a:alpha val="18000"/>
            </a:srgb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63500" cap="flat">
              <a:solidFill>
                <a:srgbClr val="5F6568"/>
              </a:solidFill>
              <a:prstDash val="solid"/>
              <a:miter lim="400000"/>
            </a:ln>
          </a:right>
          <a:top>
            <a:ln w="25400" cap="flat">
              <a:solidFill>
                <a:srgbClr val="5F6568"/>
              </a:solidFill>
              <a:prstDash val="solid"/>
              <a:miter lim="400000"/>
            </a:ln>
          </a:top>
          <a:bottom>
            <a:ln w="254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5F6568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A6AAA9"/>
      </a:tcTxStyle>
      <a:tcStyle>
        <a:tcBdr>
          <a:left>
            <a:ln w="25400" cap="flat">
              <a:solidFill>
                <a:srgbClr val="5F6568"/>
              </a:solidFill>
              <a:prstDash val="solid"/>
              <a:miter lim="400000"/>
            </a:ln>
          </a:left>
          <a:right>
            <a:ln w="25400" cap="flat">
              <a:solidFill>
                <a:srgbClr val="5F656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63500" cap="flat">
              <a:solidFill>
                <a:srgbClr val="5F6568"/>
              </a:solidFill>
              <a:prstDash val="solid"/>
              <a:miter lim="400000"/>
            </a:ln>
          </a:bottom>
          <a:insideH>
            <a:ln w="25400" cap="flat">
              <a:solidFill>
                <a:srgbClr val="5F6568"/>
              </a:solidFill>
              <a:prstDash val="solid"/>
              <a:miter lim="400000"/>
            </a:ln>
          </a:insideH>
          <a:insideV>
            <a:ln w="25400" cap="flat">
              <a:solidFill>
                <a:srgbClr val="5F656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14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Shape 17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906553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6175" y="685800"/>
            <a:ext cx="4565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930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6175" y="685800"/>
            <a:ext cx="4565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420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E89E3-0DF2-EE7B-7088-78086DFC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EFA90-337F-4281-0740-38872FDCF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6175" y="685800"/>
            <a:ext cx="456565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4E2B7-9F3A-A220-33ED-BC82ED2DB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55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8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"/>
          <p:cNvSpPr txBox="1">
            <a:spLocks noGrp="1"/>
          </p:cNvSpPr>
          <p:nvPr>
            <p:ph type="body" sz="quarter" idx="13"/>
          </p:nvPr>
        </p:nvSpPr>
        <p:spPr>
          <a:xfrm>
            <a:off x="408384" y="467369"/>
            <a:ext cx="11230571" cy="459434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460176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2400" cap="all" spc="12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</a:t>
            </a:r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buChar char="▸"/>
            </a:lvl1pPr>
            <a:lvl2pPr>
              <a:buClr>
                <a:schemeClr val="accent1"/>
              </a:buClr>
              <a:buChar char="▸"/>
            </a:lvl2pPr>
            <a:lvl3pPr>
              <a:buClr>
                <a:schemeClr val="accent1"/>
              </a:buClr>
              <a:buChar char="▸"/>
            </a:lvl3pPr>
            <a:lvl4pPr>
              <a:buClr>
                <a:schemeClr val="accent1"/>
              </a:buClr>
              <a:buChar char="▸"/>
            </a:lvl4pPr>
            <a:lvl5pPr>
              <a:buClr>
                <a:schemeClr val="accent1"/>
              </a:buClr>
              <a:buChar char="▸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Text"/>
          <p:cNvSpPr txBox="1">
            <a:spLocks noGrp="1"/>
          </p:cNvSpPr>
          <p:nvPr>
            <p:ph type="title"/>
          </p:nvPr>
        </p:nvSpPr>
        <p:spPr>
          <a:xfrm>
            <a:off x="898445" y="529763"/>
            <a:ext cx="11271410" cy="1894451"/>
          </a:xfrm>
          <a:prstGeom prst="rect">
            <a:avLst/>
          </a:prstGeom>
        </p:spPr>
        <p:txBody>
          <a:bodyPr lIns="65341" tIns="65341" rIns="65341" bIns="65341" anchor="ctr"/>
          <a:lstStyle>
            <a:lvl1pPr defTabSz="1308946">
              <a:lnSpc>
                <a:spcPct val="90000"/>
              </a:lnSpc>
              <a:spcBef>
                <a:spcPts val="0"/>
              </a:spcBef>
              <a:defRPr sz="6200" cap="none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Body Level One…"/>
          <p:cNvSpPr txBox="1">
            <a:spLocks noGrp="1"/>
          </p:cNvSpPr>
          <p:nvPr>
            <p:ph type="body" idx="1"/>
          </p:nvPr>
        </p:nvSpPr>
        <p:spPr>
          <a:xfrm>
            <a:off x="898445" y="2617059"/>
            <a:ext cx="11271410" cy="6218788"/>
          </a:xfrm>
          <a:prstGeom prst="rect">
            <a:avLst/>
          </a:prstGeom>
        </p:spPr>
        <p:txBody>
          <a:bodyPr lIns="65341" tIns="65341" rIns="65341" bIns="65341"/>
          <a:lstStyle>
            <a:lvl1pPr marL="326571" indent="-326571" defTabSz="1308946">
              <a:lnSpc>
                <a:spcPct val="90000"/>
              </a:lnSpc>
              <a:spcBef>
                <a:spcPts val="1400"/>
              </a:spcBef>
              <a:buClrTx/>
              <a:buSzPct val="100000"/>
              <a:buFont typeface="Arial"/>
              <a:buChar char="•"/>
              <a:defRPr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838200" indent="-381000" defTabSz="1308946">
              <a:lnSpc>
                <a:spcPct val="90000"/>
              </a:lnSpc>
              <a:spcBef>
                <a:spcPts val="1400"/>
              </a:spcBef>
              <a:buClrTx/>
              <a:buSzPct val="100000"/>
              <a:buFont typeface="Arial"/>
              <a:buChar char="•"/>
              <a:defRPr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indent="-457200" defTabSz="1308946">
              <a:lnSpc>
                <a:spcPct val="90000"/>
              </a:lnSpc>
              <a:spcBef>
                <a:spcPts val="1400"/>
              </a:spcBef>
              <a:buClrTx/>
              <a:buSzPct val="100000"/>
              <a:buFont typeface="Arial"/>
              <a:buChar char="•"/>
              <a:defRPr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79600" indent="-508000" defTabSz="1308946">
              <a:lnSpc>
                <a:spcPct val="90000"/>
              </a:lnSpc>
              <a:spcBef>
                <a:spcPts val="1400"/>
              </a:spcBef>
              <a:buClrTx/>
              <a:buSzPct val="100000"/>
              <a:buFont typeface="Arial"/>
              <a:buChar char="•"/>
              <a:defRPr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336800" indent="-508000" defTabSz="1308946">
              <a:lnSpc>
                <a:spcPct val="90000"/>
              </a:lnSpc>
              <a:spcBef>
                <a:spcPts val="1400"/>
              </a:spcBef>
              <a:buClrTx/>
              <a:buSzPct val="100000"/>
              <a:buFont typeface="Arial"/>
              <a:buChar char="•"/>
              <a:defRPr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13349" y="9167143"/>
            <a:ext cx="356506" cy="371984"/>
          </a:xfrm>
          <a:prstGeom prst="rect">
            <a:avLst/>
          </a:prstGeom>
        </p:spPr>
        <p:txBody>
          <a:bodyPr lIns="65341" tIns="65341" rIns="65341" bIns="65341" anchor="ctr"/>
          <a:lstStyle>
            <a:lvl1pPr defTabSz="654473">
              <a:lnSpc>
                <a:spcPct val="100000"/>
              </a:lnSpc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/>
          <p:cNvSpPr txBox="1">
            <a:spLocks noGrp="1"/>
          </p:cNvSpPr>
          <p:nvPr>
            <p:ph type="body" sz="quarter" idx="13"/>
          </p:nvPr>
        </p:nvSpPr>
        <p:spPr>
          <a:xfrm>
            <a:off x="408385" y="596853"/>
            <a:ext cx="11230571" cy="32995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defTabSz="344593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798" cap="all" spc="9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t>Text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89639" y="441845"/>
            <a:ext cx="465372" cy="40593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46048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8CDB5-958E-4EBE-8C05-3F9C84B061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DC1A31-5068-457A-9EB8-1CE2FB67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4516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04110C-7FA9-42B8-8B3B-DA58E665BD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51" y="2027936"/>
            <a:ext cx="7922443" cy="267502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5AF73-3EA7-4347-84EA-D70EBAC2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07" y="510704"/>
            <a:ext cx="7924186" cy="8224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415EBFD-084A-4878-8287-2E1A3FCE8D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34003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F52CBFD-699B-45C5-A157-E323D3A6D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51" y="2027936"/>
            <a:ext cx="5814726" cy="267502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54D8696-31B7-4DB8-B15D-873BDA4653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90525" y="2027936"/>
            <a:ext cx="5813850" cy="267502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42441E-8F2C-4081-9DA0-77F80225E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EB7EAF22-09C0-49C9-9811-75AF4CD216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6800D90-E2FB-42D1-8CB6-1955ED546129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5" name="Guidance note">
              <a:extLst>
                <a:ext uri="{FF2B5EF4-FFF2-40B4-BE49-F238E27FC236}">
                  <a16:creationId xmlns:a16="http://schemas.microsoft.com/office/drawing/2014/main" id="{819ED999-6999-46F4-B7A1-EFF10837A570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B633B5A-3193-4605-B154-E0B8CB89CCB3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27" name="Picture 3">
                <a:extLst>
                  <a:ext uri="{FF2B5EF4-FFF2-40B4-BE49-F238E27FC236}">
                    <a16:creationId xmlns:a16="http://schemas.microsoft.com/office/drawing/2014/main" id="{585F499E-E2AE-40D1-BBDA-189BC79FDB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Rounded Rectangle 20">
                <a:extLst>
                  <a:ext uri="{FF2B5EF4-FFF2-40B4-BE49-F238E27FC236}">
                    <a16:creationId xmlns:a16="http://schemas.microsoft.com/office/drawing/2014/main" id="{752EE2C4-E482-438A-9070-A14C38B61464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385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0C88B5B-AAF5-47BD-AD69-1EE3F9438D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51" y="2027936"/>
            <a:ext cx="5814726" cy="267502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6AD82B2-07C2-46E9-9678-D1F4F1426BE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92796" y="2027053"/>
            <a:ext cx="5790894" cy="6593213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9E21F-48B1-4B1C-A7BD-A425530A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4373E4D-07C5-468F-A7BD-C7AD22C776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C6F12F-E651-47EF-873C-C4BCFD73026C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34" name="Guidance note">
              <a:extLst>
                <a:ext uri="{FF2B5EF4-FFF2-40B4-BE49-F238E27FC236}">
                  <a16:creationId xmlns:a16="http://schemas.microsoft.com/office/drawing/2014/main" id="{F95C3436-B6EE-47A5-8CDF-DFC1CEE6A784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50E3572-442E-4063-AED5-829AB7EAA7C3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36" name="Picture 3">
                <a:extLst>
                  <a:ext uri="{FF2B5EF4-FFF2-40B4-BE49-F238E27FC236}">
                    <a16:creationId xmlns:a16="http://schemas.microsoft.com/office/drawing/2014/main" id="{97890FFF-8342-4E6A-B73E-44D0FCF7A2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Rounded Rectangle 20">
                <a:extLst>
                  <a:ext uri="{FF2B5EF4-FFF2-40B4-BE49-F238E27FC236}">
                    <a16:creationId xmlns:a16="http://schemas.microsoft.com/office/drawing/2014/main" id="{C5F8D64F-558B-4EE8-B969-C40A6125D25D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9" name="Round Diagonal Corner Rectangle 4">
            <a:extLst>
              <a:ext uri="{FF2B5EF4-FFF2-40B4-BE49-F238E27FC236}">
                <a16:creationId xmlns:a16="http://schemas.microsoft.com/office/drawing/2014/main" id="{DEEFE2A4-9E60-4329-8F38-C8621FA2D86F}"/>
              </a:ext>
            </a:extLst>
          </p:cNvPr>
          <p:cNvSpPr/>
          <p:nvPr/>
        </p:nvSpPr>
        <p:spPr>
          <a:xfrm>
            <a:off x="13157519" y="4085119"/>
            <a:ext cx="2902115" cy="30261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60222" tIns="60222" rIns="60222" bIns="60222" rtlCol="0" anchor="t" anchorCtr="0">
            <a:spAutoFit/>
          </a:bodyPr>
          <a:lstStyle/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Image placeholders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This layout is set with a picture placeholder for photography. To insert an image: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‘picture placeholder icon’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Navigate to the file and insert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Updating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image you wish to change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Delete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the steps as above to insert an image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Cropping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When the image is inserted it may not automatically show the part of the image you want. To change what is shown: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Go to ‘Format’ tab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‘Crop’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You can now move the image within the placeholder.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Resizing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If the shape of the image resizes too small or big, you can reset the placeholder by: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Right-click on the page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‘reset slide’ (note: Using this action will reset all of the manual formatting on the page)</a:t>
            </a:r>
          </a:p>
        </p:txBody>
      </p:sp>
    </p:spTree>
    <p:extLst>
      <p:ext uri="{BB962C8B-B14F-4D97-AF65-F5344CB8AC3E}">
        <p14:creationId xmlns:p14="http://schemas.microsoft.com/office/powerpoint/2010/main" val="183164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6AD82B2-07C2-46E9-9678-D1F4F1426BE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00514" y="2027053"/>
            <a:ext cx="3683176" cy="6593213"/>
          </a:xfr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9E21F-48B1-4B1C-A7BD-A425530A3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5B8ED1A-AF6F-4E25-AAB2-26D9DEBFF5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53" y="2027934"/>
            <a:ext cx="3704742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4BB6730-51C5-4FB3-8052-D9905AB1484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82808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E89C5F10-0515-49F1-B7E1-FA5D252EBE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66203AC-F147-41C5-B406-E8249CBBDB54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15" name="Guidance note">
              <a:extLst>
                <a:ext uri="{FF2B5EF4-FFF2-40B4-BE49-F238E27FC236}">
                  <a16:creationId xmlns:a16="http://schemas.microsoft.com/office/drawing/2014/main" id="{464C2E21-214C-4806-9F3E-C69A825582DD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E56EF6B-B396-42F9-B229-E1E18A219AB6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17" name="Picture 3">
                <a:extLst>
                  <a:ext uri="{FF2B5EF4-FFF2-40B4-BE49-F238E27FC236}">
                    <a16:creationId xmlns:a16="http://schemas.microsoft.com/office/drawing/2014/main" id="{8EB1562C-2ED4-4AC8-AFE4-22D14FADBF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" name="Rounded Rectangle 20">
                <a:extLst>
                  <a:ext uri="{FF2B5EF4-FFF2-40B4-BE49-F238E27FC236}">
                    <a16:creationId xmlns:a16="http://schemas.microsoft.com/office/drawing/2014/main" id="{E1BE0287-66BC-469E-9977-A30B88F00C15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" name="Round Diagonal Corner Rectangle 4">
            <a:extLst>
              <a:ext uri="{FF2B5EF4-FFF2-40B4-BE49-F238E27FC236}">
                <a16:creationId xmlns:a16="http://schemas.microsoft.com/office/drawing/2014/main" id="{529E9B37-4CA4-410B-848A-FE86FF6F9510}"/>
              </a:ext>
            </a:extLst>
          </p:cNvPr>
          <p:cNvSpPr/>
          <p:nvPr/>
        </p:nvSpPr>
        <p:spPr>
          <a:xfrm>
            <a:off x="13157519" y="4085119"/>
            <a:ext cx="2902115" cy="30261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60222" tIns="60222" rIns="60222" bIns="60222" rtlCol="0" anchor="t" anchorCtr="0">
            <a:spAutoFit/>
          </a:bodyPr>
          <a:lstStyle/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Image placeholders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This layout is set with a picture placeholder for photography. To insert an image: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‘picture placeholder icon’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Navigate to the file and insert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Updating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image you wish to change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Delete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the steps as above to insert an image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Cropping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When the image is inserted it may not automatically show the part of the image you want. To change what is shown: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Go to ‘Format’ tab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‘Crop’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You can now move the image within the placeholder.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Resizing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If the shape of the image resizes too small or big, you can reset the placeholder by: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Right-click on the page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‘reset slide’ (note: Using this action will reset all of the manual formatting on the page)</a:t>
            </a:r>
          </a:p>
        </p:txBody>
      </p:sp>
    </p:spTree>
    <p:extLst>
      <p:ext uri="{BB962C8B-B14F-4D97-AF65-F5344CB8AC3E}">
        <p14:creationId xmlns:p14="http://schemas.microsoft.com/office/powerpoint/2010/main" val="123518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930CD1D-A41A-4185-9CFA-885F60C5B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53" y="2027934"/>
            <a:ext cx="3704742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5C4283E-702E-4783-AE1B-598C33ABAD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2808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5ABD336-6DA0-4C14-8548-610B7CB3FD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02223" y="2027933"/>
            <a:ext cx="3704400" cy="2995919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401A2-6451-4E45-96E0-C555AE38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1993E21-89C4-43F1-B0DA-3D71670B0B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EC9A99-CBD6-4BA5-A71D-10F2DFE9CFA1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17" name="Guidance note">
              <a:extLst>
                <a:ext uri="{FF2B5EF4-FFF2-40B4-BE49-F238E27FC236}">
                  <a16:creationId xmlns:a16="http://schemas.microsoft.com/office/drawing/2014/main" id="{6ADE5D12-11A2-4CCE-81CB-203511BF5C3F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81217D-4EA5-40B0-9EA6-FAD35195E17C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19" name="Picture 3">
                <a:extLst>
                  <a:ext uri="{FF2B5EF4-FFF2-40B4-BE49-F238E27FC236}">
                    <a16:creationId xmlns:a16="http://schemas.microsoft.com/office/drawing/2014/main" id="{464DB892-B193-4994-87A1-F3005D1BEA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Rounded Rectangle 20">
                <a:extLst>
                  <a:ext uri="{FF2B5EF4-FFF2-40B4-BE49-F238E27FC236}">
                    <a16:creationId xmlns:a16="http://schemas.microsoft.com/office/drawing/2014/main" id="{4CE544B9-8DF2-4C6C-B878-A4384379E280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4970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930CD1D-A41A-4185-9CFA-885F60C5B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49" y="2027933"/>
            <a:ext cx="3704400" cy="5084622"/>
          </a:xfrm>
          <a:solidFill>
            <a:srgbClr val="0073CD"/>
          </a:solidFill>
        </p:spPr>
        <p:txBody>
          <a:bodyPr wrap="square" lIns="144000" tIns="108000" rIns="144000" bIns="108000">
            <a:noAutofit/>
          </a:bodyPr>
          <a:lstStyle>
            <a:lvl1pPr>
              <a:spcAft>
                <a:spcPts val="858"/>
              </a:spcAft>
              <a:defRPr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2286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Clr>
                <a:schemeClr val="bg1"/>
              </a:buClr>
              <a:buFontTx/>
              <a:buNone/>
              <a:defRPr sz="2286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5C4283E-702E-4783-AE1B-598C33ABAD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19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5ABD336-6DA0-4C14-8548-610B7CB3FD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008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6A342-D873-47FF-A0CB-ED762BAF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F1F48095-532B-4817-BFFB-AF6AF6A81C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2F101B0-C15C-4E8B-BCD8-94C6F9FA8B71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7" name="Guidance note">
              <a:extLst>
                <a:ext uri="{FF2B5EF4-FFF2-40B4-BE49-F238E27FC236}">
                  <a16:creationId xmlns:a16="http://schemas.microsoft.com/office/drawing/2014/main" id="{5019EF20-6B36-43C9-BDEB-3621A64EB545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21C0FE1-B9EF-4B93-932D-4FD8C477B3AE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29" name="Picture 3">
                <a:extLst>
                  <a:ext uri="{FF2B5EF4-FFF2-40B4-BE49-F238E27FC236}">
                    <a16:creationId xmlns:a16="http://schemas.microsoft.com/office/drawing/2014/main" id="{7C1D4B64-6112-4E50-93D6-4D6DF530DF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Rounded Rectangle 20">
                <a:extLst>
                  <a:ext uri="{FF2B5EF4-FFF2-40B4-BE49-F238E27FC236}">
                    <a16:creationId xmlns:a16="http://schemas.microsoft.com/office/drawing/2014/main" id="{4E55863B-5F7C-47FB-BB27-4E84CB7B252B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909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5C4283E-702E-4783-AE1B-598C33ABAD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19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AFD44EC-D9DC-4A2D-91EF-9F07DE3F1CE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3049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6B893-85E5-4E35-9461-E7E97ADE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2177FB2-8BB7-4D7D-AD52-7C859E8DF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00850" y="2027933"/>
            <a:ext cx="3704400" cy="5084622"/>
          </a:xfrm>
          <a:solidFill>
            <a:srgbClr val="0073CD"/>
          </a:solidFill>
        </p:spPr>
        <p:txBody>
          <a:bodyPr wrap="square" lIns="144000" tIns="108000" rIns="144000" bIns="108000">
            <a:noAutofit/>
          </a:bodyPr>
          <a:lstStyle>
            <a:lvl1pPr>
              <a:spcAft>
                <a:spcPts val="858"/>
              </a:spcAft>
              <a:defRPr sz="2573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2286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Clr>
                <a:schemeClr val="bg1"/>
              </a:buClr>
              <a:buFontTx/>
              <a:buNone/>
              <a:defRPr sz="2286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C0BFDE7-E46E-4D15-A8FA-219C8CB4D4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F0B578-E378-46F0-A4C9-1552A629C76D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8" name="Guidance note">
              <a:extLst>
                <a:ext uri="{FF2B5EF4-FFF2-40B4-BE49-F238E27FC236}">
                  <a16:creationId xmlns:a16="http://schemas.microsoft.com/office/drawing/2014/main" id="{F2DEB423-320E-404F-8B3B-CCFAFB4B5554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3BE6250-E57A-419B-A962-5A85632A71B4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30" name="Picture 3">
                <a:extLst>
                  <a:ext uri="{FF2B5EF4-FFF2-40B4-BE49-F238E27FC236}">
                    <a16:creationId xmlns:a16="http://schemas.microsoft.com/office/drawing/2014/main" id="{3815D591-B560-4B71-ACE3-786F10B3ED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" name="Rounded Rectangle 20">
                <a:extLst>
                  <a:ext uri="{FF2B5EF4-FFF2-40B4-BE49-F238E27FC236}">
                    <a16:creationId xmlns:a16="http://schemas.microsoft.com/office/drawing/2014/main" id="{D9C85BF9-7030-4B6C-A627-472B55A9DB32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1015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4DF50-EEA0-4A06-8714-8D21D9F9F1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F1565-A4B3-45DC-B4DE-67F62117E5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308" y="2039175"/>
            <a:ext cx="7924188" cy="2675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DD9BE2-305C-49B6-A828-7CE17E38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A5251B-0820-4ADA-9A19-8246D2702489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17" name="Guidance note">
              <a:extLst>
                <a:ext uri="{FF2B5EF4-FFF2-40B4-BE49-F238E27FC236}">
                  <a16:creationId xmlns:a16="http://schemas.microsoft.com/office/drawing/2014/main" id="{312A308F-3064-47BA-AC60-32EDEEDAB44B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AF13CC-EB75-491E-ADC5-099192BFB81F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19" name="Picture 3">
                <a:extLst>
                  <a:ext uri="{FF2B5EF4-FFF2-40B4-BE49-F238E27FC236}">
                    <a16:creationId xmlns:a16="http://schemas.microsoft.com/office/drawing/2014/main" id="{A9488914-4AA4-477A-966D-3FA45BA9AD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Rounded Rectangle 20">
                <a:extLst>
                  <a:ext uri="{FF2B5EF4-FFF2-40B4-BE49-F238E27FC236}">
                    <a16:creationId xmlns:a16="http://schemas.microsoft.com/office/drawing/2014/main" id="{6261C382-D82C-4A0D-BCAA-2DFF1F81BFD8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194045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3EBF3A2-2E7C-4F57-BC5D-3417991A9CB8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8900850" y="2027934"/>
            <a:ext cx="3704400" cy="6592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845B65-2392-4819-94E4-E3EB31C4C4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49" y="2027936"/>
            <a:ext cx="7923300" cy="267502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5748E-1187-40E6-90FF-F8CB13BA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1060961F-7E65-4122-8275-120EE663A9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1AD628-1E99-41AE-A4DE-E8D47E3F2A00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6" name="Guidance note">
              <a:extLst>
                <a:ext uri="{FF2B5EF4-FFF2-40B4-BE49-F238E27FC236}">
                  <a16:creationId xmlns:a16="http://schemas.microsoft.com/office/drawing/2014/main" id="{C3AD16BC-865F-4730-B576-3924C11BBB5C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918825A-E661-4165-AFAF-DF026ACCBF7D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28" name="Picture 3">
                <a:extLst>
                  <a:ext uri="{FF2B5EF4-FFF2-40B4-BE49-F238E27FC236}">
                    <a16:creationId xmlns:a16="http://schemas.microsoft.com/office/drawing/2014/main" id="{D670EEFD-71A1-460B-93B0-010CABE4F6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Rounded Rectangle 20">
                <a:extLst>
                  <a:ext uri="{FF2B5EF4-FFF2-40B4-BE49-F238E27FC236}">
                    <a16:creationId xmlns:a16="http://schemas.microsoft.com/office/drawing/2014/main" id="{518490A9-DA83-4553-86AD-17100E2D20AB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" name="Guidance note">
            <a:extLst>
              <a:ext uri="{FF2B5EF4-FFF2-40B4-BE49-F238E27FC236}">
                <a16:creationId xmlns:a16="http://schemas.microsoft.com/office/drawing/2014/main" id="{00BC0673-5213-4DA3-BE67-C1DB97C4A10F}"/>
              </a:ext>
            </a:extLst>
          </p:cNvPr>
          <p:cNvSpPr/>
          <p:nvPr/>
        </p:nvSpPr>
        <p:spPr>
          <a:xfrm>
            <a:off x="13157516" y="4137273"/>
            <a:ext cx="2900831" cy="142413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51450" tIns="51450" rIns="51450" bIns="51450" rtlCol="0" anchor="t" anchorCtr="0">
            <a:spAutoFit/>
          </a:bodyPr>
          <a:lstStyle/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Insert a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chart icon and select the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On the Insert tab choose ‘Chart’ and from the available options choose the type of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Format the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the chart title text box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source and notes</a:t>
            </a:r>
          </a:p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existing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existing chart and delete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steps for inserting a chart above</a:t>
            </a:r>
          </a:p>
        </p:txBody>
      </p:sp>
    </p:spTree>
    <p:extLst>
      <p:ext uri="{BB962C8B-B14F-4D97-AF65-F5344CB8AC3E}">
        <p14:creationId xmlns:p14="http://schemas.microsoft.com/office/powerpoint/2010/main" val="1673274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FC37DAF-12F7-4FE3-99E2-B1BC731C4C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3049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EC6E2C5-7988-4109-B04E-4C5B434E0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19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hart Placeholder 5">
            <a:extLst>
              <a:ext uri="{FF2B5EF4-FFF2-40B4-BE49-F238E27FC236}">
                <a16:creationId xmlns:a16="http://schemas.microsoft.com/office/drawing/2014/main" id="{59BB4BB1-10D0-4A42-B2B1-1F058F0E5999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8900850" y="2027934"/>
            <a:ext cx="3704400" cy="6592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803B18-A6C4-48D8-9A57-624954E4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03A40AB7-029F-4311-80FC-0AAAE2F69D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D78705A-DCC5-4C39-8BC7-0071FE0B6E9D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8" name="Guidance note">
              <a:extLst>
                <a:ext uri="{FF2B5EF4-FFF2-40B4-BE49-F238E27FC236}">
                  <a16:creationId xmlns:a16="http://schemas.microsoft.com/office/drawing/2014/main" id="{C6E2522F-9DAA-41D3-8636-CA2AD6DF26DE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F8CA62A-2C50-48E5-8954-5C3104C2B475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31" name="Picture 3">
                <a:extLst>
                  <a:ext uri="{FF2B5EF4-FFF2-40B4-BE49-F238E27FC236}">
                    <a16:creationId xmlns:a16="http://schemas.microsoft.com/office/drawing/2014/main" id="{37ACEAC6-5EC9-49C5-A059-7A0DC1FCC3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Rounded Rectangle 20">
                <a:extLst>
                  <a:ext uri="{FF2B5EF4-FFF2-40B4-BE49-F238E27FC236}">
                    <a16:creationId xmlns:a16="http://schemas.microsoft.com/office/drawing/2014/main" id="{13E90BA5-7852-4BC3-A7C6-1D57B4B47762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Guidance note">
            <a:extLst>
              <a:ext uri="{FF2B5EF4-FFF2-40B4-BE49-F238E27FC236}">
                <a16:creationId xmlns:a16="http://schemas.microsoft.com/office/drawing/2014/main" id="{395CA386-D2EE-45ED-B3EB-20DC32FFECC9}"/>
              </a:ext>
            </a:extLst>
          </p:cNvPr>
          <p:cNvSpPr/>
          <p:nvPr/>
        </p:nvSpPr>
        <p:spPr>
          <a:xfrm>
            <a:off x="13157516" y="4137273"/>
            <a:ext cx="2900831" cy="142413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51450" tIns="51450" rIns="51450" bIns="51450" rtlCol="0" anchor="t" anchorCtr="0">
            <a:spAutoFit/>
          </a:bodyPr>
          <a:lstStyle/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Insert a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chart icon and select the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On the Insert tab choose ‘Chart’ and from the available options choose the type of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Format the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the chart title text box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source and notes</a:t>
            </a:r>
          </a:p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existing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existing chart and delete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steps for inserting a chart above</a:t>
            </a:r>
          </a:p>
        </p:txBody>
      </p:sp>
    </p:spTree>
    <p:extLst>
      <p:ext uri="{BB962C8B-B14F-4D97-AF65-F5344CB8AC3E}">
        <p14:creationId xmlns:p14="http://schemas.microsoft.com/office/powerpoint/2010/main" val="3155879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char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20A5-9B9A-4B03-84D6-6834D49C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B756EA4-8862-4B57-AC57-F64C8CF382CB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462836" y="2027934"/>
            <a:ext cx="12142200" cy="6592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91E4EDE-F73E-4D47-BE09-9DA6C9935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sp>
        <p:nvSpPr>
          <p:cNvPr id="12" name="Guidance note">
            <a:extLst>
              <a:ext uri="{FF2B5EF4-FFF2-40B4-BE49-F238E27FC236}">
                <a16:creationId xmlns:a16="http://schemas.microsoft.com/office/drawing/2014/main" id="{DF4D906A-19FE-4A37-9F71-EBD603DB8313}"/>
              </a:ext>
            </a:extLst>
          </p:cNvPr>
          <p:cNvSpPr/>
          <p:nvPr/>
        </p:nvSpPr>
        <p:spPr>
          <a:xfrm>
            <a:off x="13157516" y="4"/>
            <a:ext cx="2900831" cy="142413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51450" tIns="51450" rIns="51450" bIns="51450" rtlCol="0" anchor="t" anchorCtr="0">
            <a:spAutoFit/>
          </a:bodyPr>
          <a:lstStyle/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Insert a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chart icon and select the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On the Insert tab choose ‘Chart’ and from the available options choose the type of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Format the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the chart title text box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source and notes</a:t>
            </a:r>
          </a:p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existing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existing chart and delete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steps for inserting a chart above</a:t>
            </a:r>
          </a:p>
        </p:txBody>
      </p:sp>
    </p:spTree>
    <p:extLst>
      <p:ext uri="{BB962C8B-B14F-4D97-AF65-F5344CB8AC3E}">
        <p14:creationId xmlns:p14="http://schemas.microsoft.com/office/powerpoint/2010/main" val="321491902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rt Placeholder 5"/>
          <p:cNvSpPr>
            <a:spLocks noGrp="1"/>
          </p:cNvSpPr>
          <p:nvPr>
            <p:ph type="chart" sz="quarter" idx="15" hasCustomPrompt="1"/>
          </p:nvPr>
        </p:nvSpPr>
        <p:spPr>
          <a:xfrm>
            <a:off x="462836" y="2027934"/>
            <a:ext cx="7922657" cy="6592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F0A20-4521-4105-B244-E4D7D8DC46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008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3D2E9-D3DF-4073-8942-F51EDC9F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8E8D2DA-923C-46FD-AE23-D8997A885C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4C5F39-EE55-4150-AE38-A7A999F3BA25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5" name="Guidance note">
              <a:extLst>
                <a:ext uri="{FF2B5EF4-FFF2-40B4-BE49-F238E27FC236}">
                  <a16:creationId xmlns:a16="http://schemas.microsoft.com/office/drawing/2014/main" id="{025D7FB3-CF69-4E08-8922-003EB4E3975F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28045C4-A569-4BC0-A2C6-680DA6826114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27" name="Picture 3">
                <a:extLst>
                  <a:ext uri="{FF2B5EF4-FFF2-40B4-BE49-F238E27FC236}">
                    <a16:creationId xmlns:a16="http://schemas.microsoft.com/office/drawing/2014/main" id="{0FD70A2C-539C-4A23-AF36-00B08ACFA1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Rounded Rectangle 20">
                <a:extLst>
                  <a:ext uri="{FF2B5EF4-FFF2-40B4-BE49-F238E27FC236}">
                    <a16:creationId xmlns:a16="http://schemas.microsoft.com/office/drawing/2014/main" id="{A36B5CC0-766A-45B5-97A8-7C56DFCFC8EE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9" name="Guidance note">
            <a:extLst>
              <a:ext uri="{FF2B5EF4-FFF2-40B4-BE49-F238E27FC236}">
                <a16:creationId xmlns:a16="http://schemas.microsoft.com/office/drawing/2014/main" id="{9FC3F62A-60AD-47BF-8C6C-EA4FD3505A95}"/>
              </a:ext>
            </a:extLst>
          </p:cNvPr>
          <p:cNvSpPr/>
          <p:nvPr/>
        </p:nvSpPr>
        <p:spPr>
          <a:xfrm>
            <a:off x="13157516" y="4137273"/>
            <a:ext cx="2900831" cy="142413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51450" tIns="51450" rIns="51450" bIns="51450" rtlCol="0" anchor="t" anchorCtr="0">
            <a:spAutoFit/>
          </a:bodyPr>
          <a:lstStyle/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Insert a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chart icon and select the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On the Insert tab choose ‘Chart’ and from the available options choose the type of chart you require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Format the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the chart title text box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source and notes</a:t>
            </a:r>
          </a:p>
          <a:p>
            <a:pPr marL="0" marR="0" lvl="2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Update existing chart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existing chart and delete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steps for inserting a chart above</a:t>
            </a:r>
          </a:p>
        </p:txBody>
      </p:sp>
    </p:spTree>
    <p:extLst>
      <p:ext uri="{BB962C8B-B14F-4D97-AF65-F5344CB8AC3E}">
        <p14:creationId xmlns:p14="http://schemas.microsoft.com/office/powerpoint/2010/main" val="1690205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5B49068-D080-4ACE-BA89-F101FF74DD6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819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230DD3F-5BD6-47DB-88DD-B17645228A0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00850" y="2027934"/>
            <a:ext cx="3704400" cy="3070969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5F1110-D46C-45FE-84D5-25150A01F2E3}"/>
              </a:ext>
            </a:extLst>
          </p:cNvPr>
          <p:cNvCxnSpPr>
            <a:cxnSpLocks/>
          </p:cNvCxnSpPr>
          <p:nvPr/>
        </p:nvCxnSpPr>
        <p:spPr>
          <a:xfrm>
            <a:off x="462836" y="4233492"/>
            <a:ext cx="370495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E544F918-5B29-4CA8-B698-287CEE5C612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62837" y="2026978"/>
            <a:ext cx="1421001" cy="206133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 sz="167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C926757-B24B-4CFA-A750-5FFEEEF69A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836" y="4411154"/>
            <a:ext cx="3704954" cy="1561453"/>
          </a:xfrm>
        </p:spPr>
        <p:txBody>
          <a:bodyPr/>
          <a:lstStyle>
            <a:lvl1pPr>
              <a:spcBef>
                <a:spcPts val="0"/>
              </a:spcBef>
              <a:spcAft>
                <a:spcPts val="286"/>
              </a:spcAft>
              <a:defRPr sz="2001"/>
            </a:lvl1pPr>
            <a:lvl2pPr>
              <a:spcBef>
                <a:spcPts val="0"/>
              </a:spcBef>
              <a:spcAft>
                <a:spcPts val="286"/>
              </a:spcAft>
              <a:defRPr sz="2001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286"/>
              </a:spcAft>
              <a:buFontTx/>
              <a:buNone/>
              <a:defRPr sz="1715">
                <a:solidFill>
                  <a:schemeClr val="accent1"/>
                </a:solidFill>
              </a:defRPr>
            </a:lvl3pPr>
            <a:lvl4pPr marL="305391" indent="-300081">
              <a:spcBef>
                <a:spcPts val="0"/>
              </a:spcBef>
              <a:spcAft>
                <a:spcPts val="286"/>
              </a:spcAft>
              <a:buFont typeface="Arial" panose="020B0604020202020204" pitchFamily="34" charset="0"/>
              <a:buChar char="•"/>
              <a:defRPr sz="1715">
                <a:solidFill>
                  <a:schemeClr val="accent1"/>
                </a:solidFill>
              </a:defRPr>
            </a:lvl4pPr>
            <a:lvl5pPr marL="600158" indent="-300081">
              <a:spcBef>
                <a:spcPts val="0"/>
              </a:spcBef>
              <a:spcAft>
                <a:spcPts val="286"/>
              </a:spcAft>
              <a:defRPr sz="1715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41570-0A8C-4A6D-9F75-3FF3D833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65364470-3814-46DA-81B6-9B6ABEDC8B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E9C2C4D-4ACC-4F73-A4B9-04807E3ACA87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29" name="Guidance note">
              <a:extLst>
                <a:ext uri="{FF2B5EF4-FFF2-40B4-BE49-F238E27FC236}">
                  <a16:creationId xmlns:a16="http://schemas.microsoft.com/office/drawing/2014/main" id="{E9DBA4A0-469B-42D9-A384-66D0F7F5CF1C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513AB0-B464-432C-96F6-C01AE1AD8963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31" name="Picture 3">
                <a:extLst>
                  <a:ext uri="{FF2B5EF4-FFF2-40B4-BE49-F238E27FC236}">
                    <a16:creationId xmlns:a16="http://schemas.microsoft.com/office/drawing/2014/main" id="{69D17DA6-BCD4-4046-9D31-CF5D43390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Rounded Rectangle 20">
                <a:extLst>
                  <a:ext uri="{FF2B5EF4-FFF2-40B4-BE49-F238E27FC236}">
                    <a16:creationId xmlns:a16="http://schemas.microsoft.com/office/drawing/2014/main" id="{8B82DBD2-6FB6-4465-9E2D-6DA528C0AEC4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Round Diagonal Corner Rectangle 4">
            <a:extLst>
              <a:ext uri="{FF2B5EF4-FFF2-40B4-BE49-F238E27FC236}">
                <a16:creationId xmlns:a16="http://schemas.microsoft.com/office/drawing/2014/main" id="{CCFF34D1-F27E-4737-B8CF-F9385F2D624E}"/>
              </a:ext>
            </a:extLst>
          </p:cNvPr>
          <p:cNvSpPr/>
          <p:nvPr/>
        </p:nvSpPr>
        <p:spPr>
          <a:xfrm>
            <a:off x="13157519" y="4085119"/>
            <a:ext cx="2902115" cy="30261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60222" tIns="60222" rIns="60222" bIns="60222" rtlCol="0" anchor="t" anchorCtr="0">
            <a:spAutoFit/>
          </a:bodyPr>
          <a:lstStyle/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Image placeholders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This layout is set with a picture placeholder for photography. To insert an image: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‘picture placeholder icon’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Navigate to the file and insert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Updating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image you wish to change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Delete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the steps as above to insert an image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Cropping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When the image is inserted it may not automatically show the part of the image you want. To change what is shown: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Go to ‘Format’ tab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‘Crop’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You can now move the image within the placeholder.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Resizing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If the shape of the image resizes too small or big, you can reset the placeholder by: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Right-click on the page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‘reset slide’ (note: Using this action will reset all of the manual formatting on the page)</a:t>
            </a:r>
          </a:p>
        </p:txBody>
      </p:sp>
    </p:spTree>
    <p:extLst>
      <p:ext uri="{BB962C8B-B14F-4D97-AF65-F5344CB8AC3E}">
        <p14:creationId xmlns:p14="http://schemas.microsoft.com/office/powerpoint/2010/main" val="1801566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 x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B2B09D-D81C-4260-912F-CB531B07FB99}"/>
              </a:ext>
            </a:extLst>
          </p:cNvPr>
          <p:cNvCxnSpPr>
            <a:cxnSpLocks/>
          </p:cNvCxnSpPr>
          <p:nvPr/>
        </p:nvCxnSpPr>
        <p:spPr>
          <a:xfrm>
            <a:off x="462836" y="3934387"/>
            <a:ext cx="370495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A143F75-F1B4-412B-A3E2-850CC3D2A5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2836" y="4112048"/>
            <a:ext cx="3704954" cy="2001189"/>
          </a:xfrm>
        </p:spPr>
        <p:txBody>
          <a:bodyPr/>
          <a:lstStyle>
            <a:lvl1pPr>
              <a:spcBef>
                <a:spcPts val="858"/>
              </a:spcBef>
              <a:spcAft>
                <a:spcPts val="0"/>
              </a:spcAft>
              <a:defRPr sz="2001"/>
            </a:lvl1pPr>
            <a:lvl2pPr>
              <a:spcBef>
                <a:spcPts val="858"/>
              </a:spcBef>
              <a:spcAft>
                <a:spcPts val="0"/>
              </a:spcAft>
              <a:defRPr sz="2001"/>
            </a:lvl2pPr>
            <a:lvl3pPr marL="0" indent="0">
              <a:spcBef>
                <a:spcPts val="858"/>
              </a:spcBef>
              <a:spcAft>
                <a:spcPts val="0"/>
              </a:spcAft>
              <a:buFontTx/>
              <a:buNone/>
              <a:defRPr sz="2001"/>
            </a:lvl3pPr>
            <a:lvl4pPr marL="305391" indent="-300081">
              <a:spcBef>
                <a:spcPts val="858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1"/>
            </a:lvl4pPr>
            <a:lvl5pPr marL="600158" indent="-300081">
              <a:spcBef>
                <a:spcPts val="858"/>
              </a:spcBef>
              <a:spcAft>
                <a:spcPts val="0"/>
              </a:spcAft>
              <a:defRPr sz="2001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988D91BD-83E2-4D8E-A9D9-FB230B58F4C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62839" y="2026980"/>
            <a:ext cx="1200196" cy="174223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 sz="167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82E8DE-D700-4FDB-B492-FBBE73708601}"/>
              </a:ext>
            </a:extLst>
          </p:cNvPr>
          <p:cNvCxnSpPr>
            <a:cxnSpLocks/>
          </p:cNvCxnSpPr>
          <p:nvPr/>
        </p:nvCxnSpPr>
        <p:spPr>
          <a:xfrm>
            <a:off x="4682808" y="3934387"/>
            <a:ext cx="370495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A797DDDD-D10E-4826-9799-F77851FA3A1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82808" y="4112048"/>
            <a:ext cx="3704954" cy="2001189"/>
          </a:xfrm>
        </p:spPr>
        <p:txBody>
          <a:bodyPr/>
          <a:lstStyle>
            <a:lvl1pPr>
              <a:spcBef>
                <a:spcPts val="858"/>
              </a:spcBef>
              <a:spcAft>
                <a:spcPts val="0"/>
              </a:spcAft>
              <a:defRPr sz="2001"/>
            </a:lvl1pPr>
            <a:lvl2pPr>
              <a:spcBef>
                <a:spcPts val="858"/>
              </a:spcBef>
              <a:spcAft>
                <a:spcPts val="0"/>
              </a:spcAft>
              <a:defRPr sz="2001"/>
            </a:lvl2pPr>
            <a:lvl3pPr marL="0" indent="0">
              <a:spcBef>
                <a:spcPts val="858"/>
              </a:spcBef>
              <a:spcAft>
                <a:spcPts val="0"/>
              </a:spcAft>
              <a:buFontTx/>
              <a:buNone/>
              <a:defRPr sz="2001"/>
            </a:lvl3pPr>
            <a:lvl4pPr marL="305391" indent="-300081">
              <a:spcBef>
                <a:spcPts val="858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1"/>
            </a:lvl4pPr>
            <a:lvl5pPr marL="600158" indent="-300081">
              <a:spcBef>
                <a:spcPts val="858"/>
              </a:spcBef>
              <a:spcAft>
                <a:spcPts val="0"/>
              </a:spcAft>
              <a:defRPr sz="2001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BE7E812B-C0C2-4E15-A5E1-88C87117715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82811" y="2026980"/>
            <a:ext cx="1200196" cy="174223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 sz="167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E4984C-A870-48D7-A38E-4D226B28CF21}"/>
              </a:ext>
            </a:extLst>
          </p:cNvPr>
          <p:cNvCxnSpPr>
            <a:cxnSpLocks/>
          </p:cNvCxnSpPr>
          <p:nvPr/>
        </p:nvCxnSpPr>
        <p:spPr>
          <a:xfrm>
            <a:off x="8900512" y="3934387"/>
            <a:ext cx="370495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3ACC50D-43D4-45A0-975F-9B408E6BD14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00512" y="4112048"/>
            <a:ext cx="3704954" cy="2001189"/>
          </a:xfrm>
        </p:spPr>
        <p:txBody>
          <a:bodyPr/>
          <a:lstStyle>
            <a:lvl1pPr>
              <a:spcBef>
                <a:spcPts val="858"/>
              </a:spcBef>
              <a:spcAft>
                <a:spcPts val="0"/>
              </a:spcAft>
              <a:defRPr sz="2001"/>
            </a:lvl1pPr>
            <a:lvl2pPr>
              <a:spcBef>
                <a:spcPts val="858"/>
              </a:spcBef>
              <a:spcAft>
                <a:spcPts val="0"/>
              </a:spcAft>
              <a:defRPr sz="2001"/>
            </a:lvl2pPr>
            <a:lvl3pPr marL="0" indent="0">
              <a:spcBef>
                <a:spcPts val="858"/>
              </a:spcBef>
              <a:spcAft>
                <a:spcPts val="0"/>
              </a:spcAft>
              <a:buFontTx/>
              <a:buNone/>
              <a:defRPr sz="2001"/>
            </a:lvl3pPr>
            <a:lvl4pPr marL="305391" indent="-300081">
              <a:spcBef>
                <a:spcPts val="858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1"/>
            </a:lvl4pPr>
            <a:lvl5pPr marL="600158" indent="-300081">
              <a:spcBef>
                <a:spcPts val="858"/>
              </a:spcBef>
              <a:spcAft>
                <a:spcPts val="0"/>
              </a:spcAft>
              <a:defRPr sz="2001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B3C3C8F3-419D-4EF9-BB29-AE7F1F1732D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00513" y="2026980"/>
            <a:ext cx="1200196" cy="174223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 sz="1673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BB4D65-DB5D-4395-AECD-E4A4DD1D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D674DDD-BACE-4633-A51D-B34FB33EEC8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56054" y="2026980"/>
            <a:ext cx="2411739" cy="1473288"/>
          </a:xfrm>
        </p:spPr>
        <p:txBody>
          <a:bodyPr/>
          <a:lstStyle>
            <a:lvl1pPr>
              <a:spcBef>
                <a:spcPts val="0"/>
              </a:spcBef>
              <a:spcAft>
                <a:spcPts val="286"/>
              </a:spcAft>
              <a:defRPr sz="1572"/>
            </a:lvl1pPr>
            <a:lvl2pPr>
              <a:spcBef>
                <a:spcPts val="0"/>
              </a:spcBef>
              <a:spcAft>
                <a:spcPts val="286"/>
              </a:spcAft>
              <a:defRPr sz="1572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286"/>
              </a:spcAft>
              <a:buFontTx/>
              <a:buNone/>
              <a:defRPr sz="1286">
                <a:solidFill>
                  <a:schemeClr val="accent1"/>
                </a:solidFill>
              </a:defRPr>
            </a:lvl3pPr>
            <a:lvl4pPr marL="305391" indent="-300081">
              <a:spcBef>
                <a:spcPts val="0"/>
              </a:spcBef>
              <a:spcAft>
                <a:spcPts val="286"/>
              </a:spcAft>
              <a:buFont typeface="Arial" panose="020B0604020202020204" pitchFamily="34" charset="0"/>
              <a:buChar char="•"/>
              <a:defRPr sz="1286">
                <a:solidFill>
                  <a:schemeClr val="accent1"/>
                </a:solidFill>
              </a:defRPr>
            </a:lvl4pPr>
            <a:lvl5pPr marL="600158" indent="-300081">
              <a:spcBef>
                <a:spcPts val="0"/>
              </a:spcBef>
              <a:spcAft>
                <a:spcPts val="286"/>
              </a:spcAft>
              <a:defRPr sz="1286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01DDDCC-04BF-4981-893E-E22AFEDF5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976026" y="2026980"/>
            <a:ext cx="2411739" cy="1473288"/>
          </a:xfrm>
        </p:spPr>
        <p:txBody>
          <a:bodyPr/>
          <a:lstStyle>
            <a:lvl1pPr>
              <a:spcBef>
                <a:spcPts val="0"/>
              </a:spcBef>
              <a:spcAft>
                <a:spcPts val="286"/>
              </a:spcAft>
              <a:defRPr sz="1572"/>
            </a:lvl1pPr>
            <a:lvl2pPr>
              <a:spcBef>
                <a:spcPts val="0"/>
              </a:spcBef>
              <a:spcAft>
                <a:spcPts val="286"/>
              </a:spcAft>
              <a:defRPr sz="1572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286"/>
              </a:spcAft>
              <a:buFontTx/>
              <a:buNone/>
              <a:defRPr sz="1286">
                <a:solidFill>
                  <a:schemeClr val="accent1"/>
                </a:solidFill>
              </a:defRPr>
            </a:lvl3pPr>
            <a:lvl4pPr marL="305391" indent="-300081">
              <a:spcBef>
                <a:spcPts val="0"/>
              </a:spcBef>
              <a:spcAft>
                <a:spcPts val="286"/>
              </a:spcAft>
              <a:buFont typeface="Arial" panose="020B0604020202020204" pitchFamily="34" charset="0"/>
              <a:buChar char="•"/>
              <a:defRPr sz="1286">
                <a:solidFill>
                  <a:schemeClr val="accent1"/>
                </a:solidFill>
              </a:defRPr>
            </a:lvl4pPr>
            <a:lvl5pPr marL="600158" indent="-300081">
              <a:spcBef>
                <a:spcPts val="0"/>
              </a:spcBef>
              <a:spcAft>
                <a:spcPts val="286"/>
              </a:spcAft>
              <a:defRPr sz="1286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F15142A3-375C-45DF-AF42-2245E24CD46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195998" y="2026980"/>
            <a:ext cx="2411739" cy="1473288"/>
          </a:xfrm>
        </p:spPr>
        <p:txBody>
          <a:bodyPr/>
          <a:lstStyle>
            <a:lvl1pPr>
              <a:spcBef>
                <a:spcPts val="0"/>
              </a:spcBef>
              <a:spcAft>
                <a:spcPts val="286"/>
              </a:spcAft>
              <a:defRPr sz="1572"/>
            </a:lvl1pPr>
            <a:lvl2pPr>
              <a:spcBef>
                <a:spcPts val="0"/>
              </a:spcBef>
              <a:spcAft>
                <a:spcPts val="286"/>
              </a:spcAft>
              <a:defRPr sz="1572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spcAft>
                <a:spcPts val="286"/>
              </a:spcAft>
              <a:buFontTx/>
              <a:buNone/>
              <a:defRPr sz="1286">
                <a:solidFill>
                  <a:schemeClr val="accent1"/>
                </a:solidFill>
              </a:defRPr>
            </a:lvl3pPr>
            <a:lvl4pPr marL="305391" indent="-300081">
              <a:spcBef>
                <a:spcPts val="0"/>
              </a:spcBef>
              <a:spcAft>
                <a:spcPts val="286"/>
              </a:spcAft>
              <a:buFont typeface="Arial" panose="020B0604020202020204" pitchFamily="34" charset="0"/>
              <a:buChar char="•"/>
              <a:defRPr sz="1286">
                <a:solidFill>
                  <a:schemeClr val="accent1"/>
                </a:solidFill>
              </a:defRPr>
            </a:lvl4pPr>
            <a:lvl5pPr marL="600158" indent="-300081">
              <a:spcBef>
                <a:spcPts val="0"/>
              </a:spcBef>
              <a:spcAft>
                <a:spcPts val="286"/>
              </a:spcAft>
              <a:defRPr sz="1286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7" name="Footer Placeholder 2">
            <a:extLst>
              <a:ext uri="{FF2B5EF4-FFF2-40B4-BE49-F238E27FC236}">
                <a16:creationId xmlns:a16="http://schemas.microsoft.com/office/drawing/2014/main" id="{45A0E1D1-8595-4E45-A401-A475018540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764791" y="9128939"/>
            <a:ext cx="10283448" cy="241926"/>
          </a:xfrm>
        </p:spPr>
        <p:txBody>
          <a:bodyPr/>
          <a:lstStyle>
            <a:lvl1pPr>
              <a:defRPr b="0"/>
            </a:lvl1pPr>
          </a:lstStyle>
          <a:p>
            <a:r>
              <a:rPr lang="en-GB"/>
              <a:t>Strictly Confidential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15125D-7568-4091-BEEB-35B82C7A282E}"/>
              </a:ext>
            </a:extLst>
          </p:cNvPr>
          <p:cNvGrpSpPr/>
          <p:nvPr/>
        </p:nvGrpSpPr>
        <p:grpSpPr>
          <a:xfrm>
            <a:off x="13157516" y="1"/>
            <a:ext cx="2900831" cy="2977216"/>
            <a:chOff x="3528102" y="847657"/>
            <a:chExt cx="2029736" cy="1559861"/>
          </a:xfrm>
        </p:grpSpPr>
        <p:sp>
          <p:nvSpPr>
            <p:cNvPr id="44" name="Guidance note">
              <a:extLst>
                <a:ext uri="{FF2B5EF4-FFF2-40B4-BE49-F238E27FC236}">
                  <a16:creationId xmlns:a16="http://schemas.microsoft.com/office/drawing/2014/main" id="{05DADCA8-9F14-4D3E-AEA6-3968A4B99D52}"/>
                </a:ext>
              </a:extLst>
            </p:cNvPr>
            <p:cNvSpPr/>
            <p:nvPr/>
          </p:nvSpPr>
          <p:spPr>
            <a:xfrm>
              <a:off x="3528102" y="847657"/>
              <a:ext cx="2029736" cy="155986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wrap="square" lIns="36000" tIns="36000" rIns="36000" bIns="36000" rtlCol="0" anchor="t" anchorCtr="0">
              <a:spAutoFit/>
            </a:bodyPr>
            <a:lstStyle/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Reapplying the Slide Layout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Putting text into a placeholder not only ensures the text sits in the correct place and is formatted correctly, it also helps to update the page quickly and efficiently. 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Right click on the page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on ‘Layout’</a:t>
              </a:r>
            </a:p>
            <a:p>
              <a:pPr marL="129319" marR="0" lvl="2" indent="-129319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Select the layout you require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Text bullet formatting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use text/bullet formatting levels correctly, use the Increase List Level and Decrease List Level buttons from the Paragraph group on the Home tab</a:t>
              </a: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1032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Alternatively you can use the keyboard shortcuts: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Shift+Alt+Right arrow key = increase level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Shift+Alt+Left arrow key = decrease level</a:t>
              </a:r>
            </a:p>
            <a:p>
              <a:pPr marL="0" marR="0" lvl="2" indent="0" defTabSz="13067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858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Guides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To ensure all other elements aside from placeholders are positioned correctly, switch your drawing guides on</a:t>
              </a:r>
            </a:p>
            <a:p>
              <a:pPr marL="129319" marR="0" lvl="2" indent="-129319" algn="l" defTabSz="130679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Click Alt+F9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5567F3E-A867-493E-9CDF-6C283ED69FB4}"/>
                </a:ext>
              </a:extLst>
            </p:cNvPr>
            <p:cNvGrpSpPr/>
            <p:nvPr/>
          </p:nvGrpSpPr>
          <p:grpSpPr bwMode="gray">
            <a:xfrm>
              <a:off x="3568059" y="1907313"/>
              <a:ext cx="1038536" cy="360283"/>
              <a:chOff x="4736026" y="-3144621"/>
              <a:chExt cx="1698109" cy="589139"/>
            </a:xfrm>
            <a:solidFill>
              <a:srgbClr val="A5A5A5">
                <a:lumMod val="20000"/>
                <a:lumOff val="80000"/>
              </a:srgbClr>
            </a:solidFill>
          </p:grpSpPr>
          <p:pic>
            <p:nvPicPr>
              <p:cNvPr id="46" name="Picture 3">
                <a:extLst>
                  <a:ext uri="{FF2B5EF4-FFF2-40B4-BE49-F238E27FC236}">
                    <a16:creationId xmlns:a16="http://schemas.microsoft.com/office/drawing/2014/main" id="{EF71D8E4-9AAD-42D4-BB7D-BD4FF105C4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736026" y="-3144621"/>
                <a:ext cx="1698109" cy="58913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" name="Rounded Rectangle 20">
                <a:extLst>
                  <a:ext uri="{FF2B5EF4-FFF2-40B4-BE49-F238E27FC236}">
                    <a16:creationId xmlns:a16="http://schemas.microsoft.com/office/drawing/2014/main" id="{F43BCCBD-E91E-4385-9D1C-933F4A1EFF49}"/>
                  </a:ext>
                </a:extLst>
              </p:cNvPr>
              <p:cNvSpPr/>
              <p:nvPr/>
            </p:nvSpPr>
            <p:spPr bwMode="gray">
              <a:xfrm>
                <a:off x="5292025" y="-3085266"/>
                <a:ext cx="346227" cy="166715"/>
              </a:xfrm>
              <a:prstGeom prst="roundRect">
                <a:avLst>
                  <a:gd name="adj" fmla="val 20963"/>
                </a:avLst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0679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39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858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8" name="Round Diagonal Corner Rectangle 4">
            <a:extLst>
              <a:ext uri="{FF2B5EF4-FFF2-40B4-BE49-F238E27FC236}">
                <a16:creationId xmlns:a16="http://schemas.microsoft.com/office/drawing/2014/main" id="{DCC9EC93-F46B-4A7B-8A65-57D85F810085}"/>
              </a:ext>
            </a:extLst>
          </p:cNvPr>
          <p:cNvSpPr/>
          <p:nvPr/>
        </p:nvSpPr>
        <p:spPr>
          <a:xfrm>
            <a:off x="13157519" y="4085119"/>
            <a:ext cx="2902115" cy="302613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wrap="square" lIns="60222" tIns="60222" rIns="60222" bIns="60222" rtlCol="0" anchor="t" anchorCtr="0">
            <a:spAutoFit/>
          </a:bodyPr>
          <a:lstStyle/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Image placeholders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This layout is set with a picture placeholder for photography. To insert an image: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‘picture placeholder icon’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Navigate to the file and insert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Updating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Click on the image you wish to change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Delete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Follow the steps as above to insert an image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Cropping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When the image is inserted it may not automatically show the part of the image you want. To change what is shown: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the image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Go to ‘Format’ tab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‘Crop’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You can now move the image within the placeholder.</a:t>
            </a:r>
          </a:p>
          <a:p>
            <a:pPr marL="0" marR="0" lvl="0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Resizing image</a:t>
            </a:r>
          </a:p>
          <a:p>
            <a:pPr marL="0" marR="0" lvl="1" indent="0" defTabSz="13067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If the shape of the image resizes too small or big, you can reset the placeholder by: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Right-click on the page</a:t>
            </a:r>
          </a:p>
          <a:p>
            <a:pPr marL="129319" marR="0" lvl="2" indent="-129319" algn="l" defTabSz="13067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58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Select ‘reset slide’ (note: Using this action will reset all of the manual formatting on the page)</a:t>
            </a:r>
          </a:p>
        </p:txBody>
      </p:sp>
    </p:spTree>
    <p:extLst>
      <p:ext uri="{BB962C8B-B14F-4D97-AF65-F5344CB8AC3E}">
        <p14:creationId xmlns:p14="http://schemas.microsoft.com/office/powerpoint/2010/main" val="22456392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87CA7715-C5DB-4A2E-9532-A9F797EC5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01" y="8844479"/>
            <a:ext cx="2016303" cy="55365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5406806-C157-486B-910B-A52A24A4A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6" y="2020995"/>
            <a:ext cx="5765028" cy="1656775"/>
          </a:xfrm>
        </p:spPr>
        <p:txBody>
          <a:bodyPr anchor="t" anchorCtr="0"/>
          <a:lstStyle>
            <a:lvl1pPr>
              <a:lnSpc>
                <a:spcPct val="80000"/>
              </a:lnSpc>
              <a:defRPr sz="457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FF50055F-31FC-4AB6-89E2-4D2F6BB142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906" y="4963521"/>
            <a:ext cx="5765028" cy="747705"/>
          </a:xfrm>
        </p:spPr>
        <p:txBody>
          <a:bodyPr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7480" t="27066" r="32612"/>
          <a:stretch/>
        </p:blipFill>
        <p:spPr>
          <a:xfrm rot="16200000" flipV="1">
            <a:off x="5479069" y="2227871"/>
            <a:ext cx="9817100" cy="536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227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480" t="27066" r="32612"/>
          <a:stretch/>
        </p:blipFill>
        <p:spPr>
          <a:xfrm flipV="1">
            <a:off x="5717381" y="2657041"/>
            <a:ext cx="7350919" cy="716006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7CA7715-C5DB-4A2E-9532-A9F797EC5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1" y="8844479"/>
            <a:ext cx="2016303" cy="55365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5406806-C157-486B-910B-A52A24A4A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6" y="2020995"/>
            <a:ext cx="5765028" cy="1656775"/>
          </a:xfrm>
        </p:spPr>
        <p:txBody>
          <a:bodyPr anchor="t" anchorCtr="0"/>
          <a:lstStyle>
            <a:lvl1pPr>
              <a:lnSpc>
                <a:spcPct val="80000"/>
              </a:lnSpc>
              <a:defRPr sz="4574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FF50055F-31FC-4AB6-89E2-4D2F6BB142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906" y="4963521"/>
            <a:ext cx="5765028" cy="747705"/>
          </a:xfrm>
        </p:spPr>
        <p:txBody>
          <a:bodyPr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GB"/>
              <a:t>Name</a:t>
            </a:r>
          </a:p>
          <a:p>
            <a:pPr lvl="1"/>
            <a:r>
              <a:rPr lang="en-GB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096049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C8DA23-E484-4D16-8C50-77D951B51D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903" y="4841327"/>
            <a:ext cx="3607395" cy="1099853"/>
          </a:xfrm>
        </p:spPr>
        <p:txBody>
          <a:bodyPr/>
          <a:lstStyle>
            <a:lvl1pPr>
              <a:spcAft>
                <a:spcPts val="0"/>
              </a:spcAft>
              <a:defRPr lang="en-US" sz="4574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spcAft>
                <a:spcPts val="0"/>
              </a:spcAft>
              <a:defRPr lang="en-GB" sz="2573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</a:lstStyle>
          <a:p>
            <a:pPr lvl="0"/>
            <a:r>
              <a:rPr lang="en-GB"/>
              <a:t>Title</a:t>
            </a:r>
          </a:p>
          <a:p>
            <a:pPr lvl="1"/>
            <a:r>
              <a:rPr lang="en-GB"/>
              <a:t>Sub heading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5C1225E-7A2B-4204-8951-1CD60FF30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001" y="8844479"/>
            <a:ext cx="2016303" cy="553651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68417C5-1CE5-43E5-9448-0B5FEF92AE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55" y="2147127"/>
            <a:ext cx="3714035" cy="2529154"/>
          </a:xfrm>
        </p:spPr>
        <p:txBody>
          <a:bodyPr anchor="b" anchorCtr="0"/>
          <a:lstStyle>
            <a:lvl1pPr>
              <a:defRPr sz="16435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1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r="23305" b="53486"/>
          <a:stretch/>
        </p:blipFill>
        <p:spPr>
          <a:xfrm>
            <a:off x="6276293" y="3966778"/>
            <a:ext cx="6792010" cy="58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8434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 cov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 txBox="1">
            <a:spLocks/>
          </p:cNvSpPr>
          <p:nvPr/>
        </p:nvSpPr>
        <p:spPr>
          <a:xfrm>
            <a:off x="12155986" y="9120211"/>
            <a:ext cx="912316" cy="696892"/>
          </a:xfrm>
          <a:prstGeom prst="rect">
            <a:avLst/>
          </a:prstGeom>
        </p:spPr>
        <p:txBody>
          <a:bodyPr anchor="b"/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lang="en-GB" sz="1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39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2pPr>
            <a:lvl3pPr marL="1219080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3pPr>
            <a:lvl4pPr marL="1828618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4pPr>
            <a:lvl5pPr marL="2438158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5pPr>
            <a:lvl6pPr marL="3047696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6pPr>
            <a:lvl7pPr marL="3657235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7pPr>
            <a:lvl8pPr marL="4266773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8pPr>
            <a:lvl9pPr marL="4876313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9pPr>
          </a:lstStyle>
          <a:p>
            <a:fld id="{C765D33F-A874-457A-8BB6-233806FE7182}" type="slidenum">
              <a:rPr lang="en-GB" sz="858" smtClean="0"/>
              <a:pPr/>
              <a:t>‹#›</a:t>
            </a:fld>
            <a:endParaRPr lang="en-GB" sz="858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04F238-3359-468F-8B64-BD992440F212}"/>
              </a:ext>
            </a:extLst>
          </p:cNvPr>
          <p:cNvGrpSpPr/>
          <p:nvPr/>
        </p:nvGrpSpPr>
        <p:grpSpPr bwMode="black">
          <a:xfrm>
            <a:off x="3008432" y="3916122"/>
            <a:ext cx="7051437" cy="1984858"/>
            <a:chOff x="2910342" y="325575"/>
            <a:chExt cx="5928968" cy="1249653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FE871AB-CF2E-4DAC-8C2D-963B97B314CA}"/>
                </a:ext>
              </a:extLst>
            </p:cNvPr>
            <p:cNvSpPr/>
            <p:nvPr/>
          </p:nvSpPr>
          <p:spPr bwMode="black">
            <a:xfrm>
              <a:off x="7911705" y="325575"/>
              <a:ext cx="275254" cy="275254"/>
            </a:xfrm>
            <a:custGeom>
              <a:avLst/>
              <a:gdLst>
                <a:gd name="connsiteX0" fmla="*/ 254610 w 275253"/>
                <a:gd name="connsiteY0" fmla="*/ 139003 h 275253"/>
                <a:gd name="connsiteX1" fmla="*/ 136251 w 275253"/>
                <a:gd name="connsiteY1" fmla="*/ 254610 h 275253"/>
                <a:gd name="connsiteX2" fmla="*/ 20644 w 275253"/>
                <a:gd name="connsiteY2" fmla="*/ 139003 h 275253"/>
                <a:gd name="connsiteX3" fmla="*/ 136251 w 275253"/>
                <a:gd name="connsiteY3" fmla="*/ 20644 h 27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5253" h="275253">
                  <a:moveTo>
                    <a:pt x="254610" y="139003"/>
                  </a:moveTo>
                  <a:lnTo>
                    <a:pt x="136251" y="254610"/>
                  </a:lnTo>
                  <a:lnTo>
                    <a:pt x="20644" y="139003"/>
                  </a:lnTo>
                  <a:lnTo>
                    <a:pt x="136251" y="206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C8C29B9-203B-435B-890E-73A70CA4C81F}"/>
                </a:ext>
              </a:extLst>
            </p:cNvPr>
            <p:cNvSpPr/>
            <p:nvPr/>
          </p:nvSpPr>
          <p:spPr bwMode="black">
            <a:xfrm>
              <a:off x="7947488" y="680652"/>
              <a:ext cx="192678" cy="633084"/>
            </a:xfrm>
            <a:custGeom>
              <a:avLst/>
              <a:gdLst>
                <a:gd name="connsiteX0" fmla="*/ 20644 w 192677"/>
                <a:gd name="connsiteY0" fmla="*/ 20644 h 633083"/>
                <a:gd name="connsiteX1" fmla="*/ 180291 w 192677"/>
                <a:gd name="connsiteY1" fmla="*/ 20644 h 633083"/>
                <a:gd name="connsiteX2" fmla="*/ 180291 w 192677"/>
                <a:gd name="connsiteY2" fmla="*/ 631708 h 633083"/>
                <a:gd name="connsiteX3" fmla="*/ 20644 w 192677"/>
                <a:gd name="connsiteY3" fmla="*/ 631708 h 63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77" h="633083">
                  <a:moveTo>
                    <a:pt x="20644" y="20644"/>
                  </a:moveTo>
                  <a:lnTo>
                    <a:pt x="180291" y="20644"/>
                  </a:lnTo>
                  <a:lnTo>
                    <a:pt x="180291" y="631708"/>
                  </a:lnTo>
                  <a:lnTo>
                    <a:pt x="20644" y="63170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07B5D5-B821-47CA-933A-D54DC178C7C5}"/>
                </a:ext>
              </a:extLst>
            </p:cNvPr>
            <p:cNvSpPr/>
            <p:nvPr/>
          </p:nvSpPr>
          <p:spPr bwMode="black">
            <a:xfrm>
              <a:off x="2910342" y="686158"/>
              <a:ext cx="495457" cy="633084"/>
            </a:xfrm>
            <a:custGeom>
              <a:avLst/>
              <a:gdLst>
                <a:gd name="connsiteX0" fmla="*/ 20644 w 495456"/>
                <a:gd name="connsiteY0" fmla="*/ 37159 h 633083"/>
                <a:gd name="connsiteX1" fmla="*/ 92210 w 495456"/>
                <a:gd name="connsiteY1" fmla="*/ 37159 h 633083"/>
                <a:gd name="connsiteX2" fmla="*/ 92210 w 495456"/>
                <a:gd name="connsiteY2" fmla="*/ 139003 h 633083"/>
                <a:gd name="connsiteX3" fmla="*/ 94963 w 495456"/>
                <a:gd name="connsiteY3" fmla="*/ 139003 h 633083"/>
                <a:gd name="connsiteX4" fmla="*/ 282135 w 495456"/>
                <a:gd name="connsiteY4" fmla="*/ 20644 h 633083"/>
                <a:gd name="connsiteX5" fmla="*/ 496833 w 495456"/>
                <a:gd name="connsiteY5" fmla="*/ 249105 h 633083"/>
                <a:gd name="connsiteX6" fmla="*/ 496833 w 495456"/>
                <a:gd name="connsiteY6" fmla="*/ 628955 h 633083"/>
                <a:gd name="connsiteX7" fmla="*/ 425267 w 495456"/>
                <a:gd name="connsiteY7" fmla="*/ 628955 h 633083"/>
                <a:gd name="connsiteX8" fmla="*/ 425267 w 495456"/>
                <a:gd name="connsiteY8" fmla="*/ 260115 h 633083"/>
                <a:gd name="connsiteX9" fmla="*/ 276630 w 495456"/>
                <a:gd name="connsiteY9" fmla="*/ 81200 h 633083"/>
                <a:gd name="connsiteX10" fmla="*/ 92210 w 495456"/>
                <a:gd name="connsiteY10" fmla="*/ 282135 h 633083"/>
                <a:gd name="connsiteX11" fmla="*/ 92210 w 495456"/>
                <a:gd name="connsiteY11" fmla="*/ 626203 h 633083"/>
                <a:gd name="connsiteX12" fmla="*/ 20644 w 495456"/>
                <a:gd name="connsiteY12" fmla="*/ 626203 h 633083"/>
                <a:gd name="connsiteX13" fmla="*/ 20644 w 495456"/>
                <a:gd name="connsiteY13" fmla="*/ 37159 h 63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5456" h="633083">
                  <a:moveTo>
                    <a:pt x="20644" y="37159"/>
                  </a:moveTo>
                  <a:lnTo>
                    <a:pt x="92210" y="37159"/>
                  </a:lnTo>
                  <a:lnTo>
                    <a:pt x="92210" y="139003"/>
                  </a:lnTo>
                  <a:lnTo>
                    <a:pt x="94963" y="139003"/>
                  </a:lnTo>
                  <a:cubicBezTo>
                    <a:pt x="119735" y="67437"/>
                    <a:pt x="199559" y="20644"/>
                    <a:pt x="282135" y="20644"/>
                  </a:cubicBezTo>
                  <a:cubicBezTo>
                    <a:pt x="447288" y="20644"/>
                    <a:pt x="496833" y="108725"/>
                    <a:pt x="496833" y="249105"/>
                  </a:cubicBezTo>
                  <a:lnTo>
                    <a:pt x="496833" y="628955"/>
                  </a:lnTo>
                  <a:lnTo>
                    <a:pt x="425267" y="628955"/>
                  </a:lnTo>
                  <a:lnTo>
                    <a:pt x="425267" y="260115"/>
                  </a:lnTo>
                  <a:cubicBezTo>
                    <a:pt x="425267" y="158271"/>
                    <a:pt x="392237" y="81200"/>
                    <a:pt x="276630" y="81200"/>
                  </a:cubicBezTo>
                  <a:cubicBezTo>
                    <a:pt x="163776" y="81200"/>
                    <a:pt x="94963" y="169281"/>
                    <a:pt x="92210" y="282135"/>
                  </a:cubicBezTo>
                  <a:lnTo>
                    <a:pt x="92210" y="626203"/>
                  </a:lnTo>
                  <a:lnTo>
                    <a:pt x="20644" y="626203"/>
                  </a:lnTo>
                  <a:lnTo>
                    <a:pt x="20644" y="3715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D58047D-9689-487F-BFF5-02E48B2EA260}"/>
                </a:ext>
              </a:extLst>
            </p:cNvPr>
            <p:cNvSpPr/>
            <p:nvPr/>
          </p:nvSpPr>
          <p:spPr bwMode="black">
            <a:xfrm>
              <a:off x="2910342" y="686158"/>
              <a:ext cx="495457" cy="633084"/>
            </a:xfrm>
            <a:custGeom>
              <a:avLst/>
              <a:gdLst>
                <a:gd name="connsiteX0" fmla="*/ 20644 w 495456"/>
                <a:gd name="connsiteY0" fmla="*/ 37159 h 633083"/>
                <a:gd name="connsiteX1" fmla="*/ 92210 w 495456"/>
                <a:gd name="connsiteY1" fmla="*/ 37159 h 633083"/>
                <a:gd name="connsiteX2" fmla="*/ 92210 w 495456"/>
                <a:gd name="connsiteY2" fmla="*/ 139003 h 633083"/>
                <a:gd name="connsiteX3" fmla="*/ 94963 w 495456"/>
                <a:gd name="connsiteY3" fmla="*/ 139003 h 633083"/>
                <a:gd name="connsiteX4" fmla="*/ 282135 w 495456"/>
                <a:gd name="connsiteY4" fmla="*/ 20644 h 633083"/>
                <a:gd name="connsiteX5" fmla="*/ 496833 w 495456"/>
                <a:gd name="connsiteY5" fmla="*/ 249105 h 633083"/>
                <a:gd name="connsiteX6" fmla="*/ 496833 w 495456"/>
                <a:gd name="connsiteY6" fmla="*/ 628955 h 633083"/>
                <a:gd name="connsiteX7" fmla="*/ 425267 w 495456"/>
                <a:gd name="connsiteY7" fmla="*/ 628955 h 633083"/>
                <a:gd name="connsiteX8" fmla="*/ 425267 w 495456"/>
                <a:gd name="connsiteY8" fmla="*/ 260115 h 633083"/>
                <a:gd name="connsiteX9" fmla="*/ 276630 w 495456"/>
                <a:gd name="connsiteY9" fmla="*/ 81200 h 633083"/>
                <a:gd name="connsiteX10" fmla="*/ 92210 w 495456"/>
                <a:gd name="connsiteY10" fmla="*/ 284888 h 633083"/>
                <a:gd name="connsiteX11" fmla="*/ 92210 w 495456"/>
                <a:gd name="connsiteY11" fmla="*/ 628955 h 633083"/>
                <a:gd name="connsiteX12" fmla="*/ 20644 w 495456"/>
                <a:gd name="connsiteY12" fmla="*/ 628955 h 633083"/>
                <a:gd name="connsiteX13" fmla="*/ 20644 w 495456"/>
                <a:gd name="connsiteY13" fmla="*/ 37159 h 63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5456" h="633083">
                  <a:moveTo>
                    <a:pt x="20644" y="37159"/>
                  </a:moveTo>
                  <a:lnTo>
                    <a:pt x="92210" y="37159"/>
                  </a:lnTo>
                  <a:lnTo>
                    <a:pt x="92210" y="139003"/>
                  </a:lnTo>
                  <a:lnTo>
                    <a:pt x="94963" y="139003"/>
                  </a:lnTo>
                  <a:cubicBezTo>
                    <a:pt x="122488" y="67437"/>
                    <a:pt x="199559" y="20644"/>
                    <a:pt x="282135" y="20644"/>
                  </a:cubicBezTo>
                  <a:cubicBezTo>
                    <a:pt x="447288" y="20644"/>
                    <a:pt x="496833" y="108725"/>
                    <a:pt x="496833" y="249105"/>
                  </a:cubicBezTo>
                  <a:lnTo>
                    <a:pt x="496833" y="628955"/>
                  </a:lnTo>
                  <a:lnTo>
                    <a:pt x="425267" y="628955"/>
                  </a:lnTo>
                  <a:lnTo>
                    <a:pt x="425267" y="260115"/>
                  </a:lnTo>
                  <a:cubicBezTo>
                    <a:pt x="425267" y="158271"/>
                    <a:pt x="392237" y="81200"/>
                    <a:pt x="276630" y="81200"/>
                  </a:cubicBezTo>
                  <a:cubicBezTo>
                    <a:pt x="163776" y="81200"/>
                    <a:pt x="94963" y="169281"/>
                    <a:pt x="92210" y="284888"/>
                  </a:cubicBezTo>
                  <a:lnTo>
                    <a:pt x="92210" y="628955"/>
                  </a:lnTo>
                  <a:lnTo>
                    <a:pt x="20644" y="628955"/>
                  </a:lnTo>
                  <a:lnTo>
                    <a:pt x="20644" y="3715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EE19533-4B41-4903-ADFA-1430E5FA3683}"/>
                </a:ext>
              </a:extLst>
            </p:cNvPr>
            <p:cNvSpPr/>
            <p:nvPr/>
          </p:nvSpPr>
          <p:spPr bwMode="black">
            <a:xfrm>
              <a:off x="3488375" y="686158"/>
              <a:ext cx="578033" cy="660609"/>
            </a:xfrm>
            <a:custGeom>
              <a:avLst/>
              <a:gdLst>
                <a:gd name="connsiteX0" fmla="*/ 430772 w 578033"/>
                <a:gd name="connsiteY0" fmla="*/ 304156 h 660609"/>
                <a:gd name="connsiteX1" fmla="*/ 430772 w 578033"/>
                <a:gd name="connsiteY1" fmla="*/ 304156 h 660609"/>
                <a:gd name="connsiteX2" fmla="*/ 367464 w 578033"/>
                <a:gd name="connsiteY2" fmla="*/ 331681 h 660609"/>
                <a:gd name="connsiteX3" fmla="*/ 94963 w 578033"/>
                <a:gd name="connsiteY3" fmla="*/ 466555 h 660609"/>
                <a:gd name="connsiteX4" fmla="*/ 227084 w 578033"/>
                <a:gd name="connsiteY4" fmla="*/ 582162 h 660609"/>
                <a:gd name="connsiteX5" fmla="*/ 430772 w 578033"/>
                <a:gd name="connsiteY5" fmla="*/ 397742 h 660609"/>
                <a:gd name="connsiteX6" fmla="*/ 430772 w 578033"/>
                <a:gd name="connsiteY6" fmla="*/ 304156 h 660609"/>
                <a:gd name="connsiteX7" fmla="*/ 48169 w 578033"/>
                <a:gd name="connsiteY7" fmla="*/ 218827 h 660609"/>
                <a:gd name="connsiteX8" fmla="*/ 284888 w 578033"/>
                <a:gd name="connsiteY8" fmla="*/ 20644 h 660609"/>
                <a:gd name="connsiteX9" fmla="*/ 502338 w 578033"/>
                <a:gd name="connsiteY9" fmla="*/ 210569 h 660609"/>
                <a:gd name="connsiteX10" fmla="*/ 502338 w 578033"/>
                <a:gd name="connsiteY10" fmla="*/ 524359 h 660609"/>
                <a:gd name="connsiteX11" fmla="*/ 543626 w 578033"/>
                <a:gd name="connsiteY11" fmla="*/ 568399 h 660609"/>
                <a:gd name="connsiteX12" fmla="*/ 565647 w 578033"/>
                <a:gd name="connsiteY12" fmla="*/ 562894 h 660609"/>
                <a:gd name="connsiteX13" fmla="*/ 565647 w 578033"/>
                <a:gd name="connsiteY13" fmla="*/ 623450 h 660609"/>
                <a:gd name="connsiteX14" fmla="*/ 518854 w 578033"/>
                <a:gd name="connsiteY14" fmla="*/ 628955 h 660609"/>
                <a:gd name="connsiteX15" fmla="*/ 433525 w 578033"/>
                <a:gd name="connsiteY15" fmla="*/ 527111 h 660609"/>
                <a:gd name="connsiteX16" fmla="*/ 433525 w 578033"/>
                <a:gd name="connsiteY16" fmla="*/ 527111 h 660609"/>
                <a:gd name="connsiteX17" fmla="*/ 218827 w 578033"/>
                <a:gd name="connsiteY17" fmla="*/ 648223 h 660609"/>
                <a:gd name="connsiteX18" fmla="*/ 20644 w 578033"/>
                <a:gd name="connsiteY18" fmla="*/ 474813 h 660609"/>
                <a:gd name="connsiteX19" fmla="*/ 337186 w 578033"/>
                <a:gd name="connsiteY19" fmla="*/ 284888 h 660609"/>
                <a:gd name="connsiteX20" fmla="*/ 428020 w 578033"/>
                <a:gd name="connsiteY20" fmla="*/ 205064 h 660609"/>
                <a:gd name="connsiteX21" fmla="*/ 273878 w 578033"/>
                <a:gd name="connsiteY21" fmla="*/ 83952 h 660609"/>
                <a:gd name="connsiteX22" fmla="*/ 116983 w 578033"/>
                <a:gd name="connsiteY22" fmla="*/ 221579 h 660609"/>
                <a:gd name="connsiteX23" fmla="*/ 48169 w 578033"/>
                <a:gd name="connsiteY23" fmla="*/ 221579 h 6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8033" h="660609">
                  <a:moveTo>
                    <a:pt x="430772" y="304156"/>
                  </a:moveTo>
                  <a:lnTo>
                    <a:pt x="430772" y="304156"/>
                  </a:lnTo>
                  <a:cubicBezTo>
                    <a:pt x="419762" y="320671"/>
                    <a:pt x="386732" y="326176"/>
                    <a:pt x="367464" y="331681"/>
                  </a:cubicBezTo>
                  <a:cubicBezTo>
                    <a:pt x="246352" y="353701"/>
                    <a:pt x="94963" y="350949"/>
                    <a:pt x="94963" y="466555"/>
                  </a:cubicBezTo>
                  <a:cubicBezTo>
                    <a:pt x="94963" y="538121"/>
                    <a:pt x="158271" y="582162"/>
                    <a:pt x="227084" y="582162"/>
                  </a:cubicBezTo>
                  <a:cubicBezTo>
                    <a:pt x="337186" y="582162"/>
                    <a:pt x="433525" y="513348"/>
                    <a:pt x="430772" y="397742"/>
                  </a:cubicBezTo>
                  <a:lnTo>
                    <a:pt x="430772" y="304156"/>
                  </a:lnTo>
                  <a:close/>
                  <a:moveTo>
                    <a:pt x="48169" y="218827"/>
                  </a:moveTo>
                  <a:cubicBezTo>
                    <a:pt x="53675" y="81200"/>
                    <a:pt x="152766" y="20644"/>
                    <a:pt x="284888" y="20644"/>
                  </a:cubicBezTo>
                  <a:cubicBezTo>
                    <a:pt x="389484" y="20644"/>
                    <a:pt x="502338" y="53675"/>
                    <a:pt x="502338" y="210569"/>
                  </a:cubicBezTo>
                  <a:lnTo>
                    <a:pt x="502338" y="524359"/>
                  </a:lnTo>
                  <a:cubicBezTo>
                    <a:pt x="502338" y="551884"/>
                    <a:pt x="516101" y="568399"/>
                    <a:pt x="543626" y="568399"/>
                  </a:cubicBezTo>
                  <a:cubicBezTo>
                    <a:pt x="551884" y="568399"/>
                    <a:pt x="560142" y="565647"/>
                    <a:pt x="565647" y="562894"/>
                  </a:cubicBezTo>
                  <a:lnTo>
                    <a:pt x="565647" y="623450"/>
                  </a:lnTo>
                  <a:cubicBezTo>
                    <a:pt x="549132" y="626203"/>
                    <a:pt x="538121" y="628955"/>
                    <a:pt x="518854" y="628955"/>
                  </a:cubicBezTo>
                  <a:cubicBezTo>
                    <a:pt x="447288" y="628955"/>
                    <a:pt x="433525" y="587667"/>
                    <a:pt x="433525" y="527111"/>
                  </a:cubicBezTo>
                  <a:lnTo>
                    <a:pt x="433525" y="527111"/>
                  </a:lnTo>
                  <a:cubicBezTo>
                    <a:pt x="383979" y="604182"/>
                    <a:pt x="331681" y="648223"/>
                    <a:pt x="218827" y="648223"/>
                  </a:cubicBezTo>
                  <a:cubicBezTo>
                    <a:pt x="111478" y="648223"/>
                    <a:pt x="20644" y="593172"/>
                    <a:pt x="20644" y="474813"/>
                  </a:cubicBezTo>
                  <a:cubicBezTo>
                    <a:pt x="20644" y="309661"/>
                    <a:pt x="180291" y="304156"/>
                    <a:pt x="337186" y="284888"/>
                  </a:cubicBezTo>
                  <a:cubicBezTo>
                    <a:pt x="397742" y="279383"/>
                    <a:pt x="428020" y="271125"/>
                    <a:pt x="428020" y="205064"/>
                  </a:cubicBezTo>
                  <a:cubicBezTo>
                    <a:pt x="428020" y="108725"/>
                    <a:pt x="359206" y="83952"/>
                    <a:pt x="273878" y="83952"/>
                  </a:cubicBezTo>
                  <a:cubicBezTo>
                    <a:pt x="185796" y="83952"/>
                    <a:pt x="119735" y="125240"/>
                    <a:pt x="116983" y="221579"/>
                  </a:cubicBezTo>
                  <a:lnTo>
                    <a:pt x="48169" y="22157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72D0F65-4955-4D3B-8293-898EC918883C}"/>
                </a:ext>
              </a:extLst>
            </p:cNvPr>
            <p:cNvSpPr/>
            <p:nvPr/>
          </p:nvSpPr>
          <p:spPr bwMode="black">
            <a:xfrm>
              <a:off x="4077418" y="526510"/>
              <a:ext cx="330305" cy="798236"/>
            </a:xfrm>
            <a:custGeom>
              <a:avLst/>
              <a:gdLst>
                <a:gd name="connsiteX0" fmla="*/ 194054 w 330304"/>
                <a:gd name="connsiteY0" fmla="*/ 196807 h 798236"/>
                <a:gd name="connsiteX1" fmla="*/ 312413 w 330304"/>
                <a:gd name="connsiteY1" fmla="*/ 196807 h 798236"/>
                <a:gd name="connsiteX2" fmla="*/ 312413 w 330304"/>
                <a:gd name="connsiteY2" fmla="*/ 257362 h 798236"/>
                <a:gd name="connsiteX3" fmla="*/ 194054 w 330304"/>
                <a:gd name="connsiteY3" fmla="*/ 257362 h 798236"/>
                <a:gd name="connsiteX4" fmla="*/ 194054 w 330304"/>
                <a:gd name="connsiteY4" fmla="*/ 656480 h 798236"/>
                <a:gd name="connsiteX5" fmla="*/ 251857 w 330304"/>
                <a:gd name="connsiteY5" fmla="*/ 733552 h 798236"/>
                <a:gd name="connsiteX6" fmla="*/ 312413 w 330304"/>
                <a:gd name="connsiteY6" fmla="*/ 730799 h 798236"/>
                <a:gd name="connsiteX7" fmla="*/ 312413 w 330304"/>
                <a:gd name="connsiteY7" fmla="*/ 791355 h 798236"/>
                <a:gd name="connsiteX8" fmla="*/ 249105 w 330304"/>
                <a:gd name="connsiteY8" fmla="*/ 794107 h 798236"/>
                <a:gd name="connsiteX9" fmla="*/ 122488 w 330304"/>
                <a:gd name="connsiteY9" fmla="*/ 661986 h 798236"/>
                <a:gd name="connsiteX10" fmla="*/ 122488 w 330304"/>
                <a:gd name="connsiteY10" fmla="*/ 257362 h 798236"/>
                <a:gd name="connsiteX11" fmla="*/ 20644 w 330304"/>
                <a:gd name="connsiteY11" fmla="*/ 257362 h 798236"/>
                <a:gd name="connsiteX12" fmla="*/ 20644 w 330304"/>
                <a:gd name="connsiteY12" fmla="*/ 196807 h 798236"/>
                <a:gd name="connsiteX13" fmla="*/ 122488 w 330304"/>
                <a:gd name="connsiteY13" fmla="*/ 196807 h 798236"/>
                <a:gd name="connsiteX14" fmla="*/ 122488 w 330304"/>
                <a:gd name="connsiteY14" fmla="*/ 20644 h 798236"/>
                <a:gd name="connsiteX15" fmla="*/ 194054 w 330304"/>
                <a:gd name="connsiteY15" fmla="*/ 20644 h 798236"/>
                <a:gd name="connsiteX16" fmla="*/ 194054 w 330304"/>
                <a:gd name="connsiteY16" fmla="*/ 196807 h 79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304" h="798236">
                  <a:moveTo>
                    <a:pt x="194054" y="196807"/>
                  </a:moveTo>
                  <a:lnTo>
                    <a:pt x="312413" y="196807"/>
                  </a:lnTo>
                  <a:lnTo>
                    <a:pt x="312413" y="257362"/>
                  </a:lnTo>
                  <a:lnTo>
                    <a:pt x="194054" y="257362"/>
                  </a:lnTo>
                  <a:lnTo>
                    <a:pt x="194054" y="656480"/>
                  </a:lnTo>
                  <a:cubicBezTo>
                    <a:pt x="194054" y="703274"/>
                    <a:pt x="202312" y="730799"/>
                    <a:pt x="251857" y="733552"/>
                  </a:cubicBezTo>
                  <a:cubicBezTo>
                    <a:pt x="271125" y="733552"/>
                    <a:pt x="293145" y="733552"/>
                    <a:pt x="312413" y="730799"/>
                  </a:cubicBezTo>
                  <a:lnTo>
                    <a:pt x="312413" y="791355"/>
                  </a:lnTo>
                  <a:cubicBezTo>
                    <a:pt x="290393" y="791355"/>
                    <a:pt x="271125" y="794107"/>
                    <a:pt x="249105" y="794107"/>
                  </a:cubicBezTo>
                  <a:cubicBezTo>
                    <a:pt x="152766" y="794107"/>
                    <a:pt x="119735" y="761077"/>
                    <a:pt x="122488" y="661986"/>
                  </a:cubicBezTo>
                  <a:lnTo>
                    <a:pt x="122488" y="257362"/>
                  </a:lnTo>
                  <a:lnTo>
                    <a:pt x="20644" y="257362"/>
                  </a:lnTo>
                  <a:lnTo>
                    <a:pt x="20644" y="196807"/>
                  </a:lnTo>
                  <a:lnTo>
                    <a:pt x="122488" y="196807"/>
                  </a:lnTo>
                  <a:lnTo>
                    <a:pt x="122488" y="20644"/>
                  </a:lnTo>
                  <a:lnTo>
                    <a:pt x="194054" y="20644"/>
                  </a:lnTo>
                  <a:lnTo>
                    <a:pt x="194054" y="1968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C4826A8-C9E9-49D9-AF7F-E3DC7BD67BD3}"/>
                </a:ext>
              </a:extLst>
            </p:cNvPr>
            <p:cNvSpPr/>
            <p:nvPr/>
          </p:nvSpPr>
          <p:spPr bwMode="black">
            <a:xfrm>
              <a:off x="4077418" y="526510"/>
              <a:ext cx="330305" cy="798236"/>
            </a:xfrm>
            <a:custGeom>
              <a:avLst/>
              <a:gdLst>
                <a:gd name="connsiteX0" fmla="*/ 194054 w 330304"/>
                <a:gd name="connsiteY0" fmla="*/ 196807 h 798236"/>
                <a:gd name="connsiteX1" fmla="*/ 312413 w 330304"/>
                <a:gd name="connsiteY1" fmla="*/ 196807 h 798236"/>
                <a:gd name="connsiteX2" fmla="*/ 312413 w 330304"/>
                <a:gd name="connsiteY2" fmla="*/ 257362 h 798236"/>
                <a:gd name="connsiteX3" fmla="*/ 194054 w 330304"/>
                <a:gd name="connsiteY3" fmla="*/ 257362 h 798236"/>
                <a:gd name="connsiteX4" fmla="*/ 194054 w 330304"/>
                <a:gd name="connsiteY4" fmla="*/ 656480 h 798236"/>
                <a:gd name="connsiteX5" fmla="*/ 251857 w 330304"/>
                <a:gd name="connsiteY5" fmla="*/ 733552 h 798236"/>
                <a:gd name="connsiteX6" fmla="*/ 312413 w 330304"/>
                <a:gd name="connsiteY6" fmla="*/ 730799 h 798236"/>
                <a:gd name="connsiteX7" fmla="*/ 312413 w 330304"/>
                <a:gd name="connsiteY7" fmla="*/ 791355 h 798236"/>
                <a:gd name="connsiteX8" fmla="*/ 249105 w 330304"/>
                <a:gd name="connsiteY8" fmla="*/ 794107 h 798236"/>
                <a:gd name="connsiteX9" fmla="*/ 122488 w 330304"/>
                <a:gd name="connsiteY9" fmla="*/ 661986 h 798236"/>
                <a:gd name="connsiteX10" fmla="*/ 122488 w 330304"/>
                <a:gd name="connsiteY10" fmla="*/ 257362 h 798236"/>
                <a:gd name="connsiteX11" fmla="*/ 20644 w 330304"/>
                <a:gd name="connsiteY11" fmla="*/ 257362 h 798236"/>
                <a:gd name="connsiteX12" fmla="*/ 20644 w 330304"/>
                <a:gd name="connsiteY12" fmla="*/ 196807 h 798236"/>
                <a:gd name="connsiteX13" fmla="*/ 122488 w 330304"/>
                <a:gd name="connsiteY13" fmla="*/ 196807 h 798236"/>
                <a:gd name="connsiteX14" fmla="*/ 122488 w 330304"/>
                <a:gd name="connsiteY14" fmla="*/ 20644 h 798236"/>
                <a:gd name="connsiteX15" fmla="*/ 194054 w 330304"/>
                <a:gd name="connsiteY15" fmla="*/ 20644 h 798236"/>
                <a:gd name="connsiteX16" fmla="*/ 194054 w 330304"/>
                <a:gd name="connsiteY16" fmla="*/ 196807 h 79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304" h="798236">
                  <a:moveTo>
                    <a:pt x="194054" y="196807"/>
                  </a:moveTo>
                  <a:lnTo>
                    <a:pt x="312413" y="196807"/>
                  </a:lnTo>
                  <a:lnTo>
                    <a:pt x="312413" y="257362"/>
                  </a:lnTo>
                  <a:lnTo>
                    <a:pt x="194054" y="257362"/>
                  </a:lnTo>
                  <a:lnTo>
                    <a:pt x="194054" y="656480"/>
                  </a:lnTo>
                  <a:cubicBezTo>
                    <a:pt x="194054" y="703274"/>
                    <a:pt x="202312" y="730799"/>
                    <a:pt x="251857" y="733552"/>
                  </a:cubicBezTo>
                  <a:cubicBezTo>
                    <a:pt x="271125" y="733552"/>
                    <a:pt x="293145" y="733552"/>
                    <a:pt x="312413" y="730799"/>
                  </a:cubicBezTo>
                  <a:lnTo>
                    <a:pt x="312413" y="791355"/>
                  </a:lnTo>
                  <a:cubicBezTo>
                    <a:pt x="290393" y="791355"/>
                    <a:pt x="271125" y="794107"/>
                    <a:pt x="249105" y="794107"/>
                  </a:cubicBezTo>
                  <a:cubicBezTo>
                    <a:pt x="152766" y="794107"/>
                    <a:pt x="119735" y="761077"/>
                    <a:pt x="122488" y="661986"/>
                  </a:cubicBezTo>
                  <a:lnTo>
                    <a:pt x="122488" y="257362"/>
                  </a:lnTo>
                  <a:lnTo>
                    <a:pt x="20644" y="257362"/>
                  </a:lnTo>
                  <a:lnTo>
                    <a:pt x="20644" y="196807"/>
                  </a:lnTo>
                  <a:lnTo>
                    <a:pt x="122488" y="196807"/>
                  </a:lnTo>
                  <a:lnTo>
                    <a:pt x="122488" y="20644"/>
                  </a:lnTo>
                  <a:lnTo>
                    <a:pt x="194054" y="20644"/>
                  </a:lnTo>
                  <a:lnTo>
                    <a:pt x="194054" y="1968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CCCC674-E4E6-46F9-9914-F12E382E2222}"/>
                </a:ext>
              </a:extLst>
            </p:cNvPr>
            <p:cNvSpPr/>
            <p:nvPr/>
          </p:nvSpPr>
          <p:spPr bwMode="black">
            <a:xfrm>
              <a:off x="4501309" y="476965"/>
              <a:ext cx="110102" cy="853287"/>
            </a:xfrm>
            <a:custGeom>
              <a:avLst/>
              <a:gdLst>
                <a:gd name="connsiteX0" fmla="*/ 20644 w 110101"/>
                <a:gd name="connsiteY0" fmla="*/ 246352 h 853286"/>
                <a:gd name="connsiteX1" fmla="*/ 92210 w 110101"/>
                <a:gd name="connsiteY1" fmla="*/ 246352 h 853286"/>
                <a:gd name="connsiteX2" fmla="*/ 92210 w 110101"/>
                <a:gd name="connsiteY2" fmla="*/ 835395 h 853286"/>
                <a:gd name="connsiteX3" fmla="*/ 20644 w 110101"/>
                <a:gd name="connsiteY3" fmla="*/ 835395 h 853286"/>
                <a:gd name="connsiteX4" fmla="*/ 20644 w 110101"/>
                <a:gd name="connsiteY4" fmla="*/ 246352 h 853286"/>
                <a:gd name="connsiteX5" fmla="*/ 20644 w 110101"/>
                <a:gd name="connsiteY5" fmla="*/ 20644 h 853286"/>
                <a:gd name="connsiteX6" fmla="*/ 92210 w 110101"/>
                <a:gd name="connsiteY6" fmla="*/ 20644 h 853286"/>
                <a:gd name="connsiteX7" fmla="*/ 92210 w 110101"/>
                <a:gd name="connsiteY7" fmla="*/ 136251 h 853286"/>
                <a:gd name="connsiteX8" fmla="*/ 20644 w 110101"/>
                <a:gd name="connsiteY8" fmla="*/ 136251 h 853286"/>
                <a:gd name="connsiteX9" fmla="*/ 20644 w 110101"/>
                <a:gd name="connsiteY9" fmla="*/ 20644 h 85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01" h="853286">
                  <a:moveTo>
                    <a:pt x="20644" y="246352"/>
                  </a:moveTo>
                  <a:lnTo>
                    <a:pt x="92210" y="246352"/>
                  </a:lnTo>
                  <a:lnTo>
                    <a:pt x="92210" y="835395"/>
                  </a:lnTo>
                  <a:lnTo>
                    <a:pt x="20644" y="835395"/>
                  </a:lnTo>
                  <a:lnTo>
                    <a:pt x="20644" y="246352"/>
                  </a:lnTo>
                  <a:close/>
                  <a:moveTo>
                    <a:pt x="20644" y="20644"/>
                  </a:moveTo>
                  <a:lnTo>
                    <a:pt x="92210" y="20644"/>
                  </a:lnTo>
                  <a:lnTo>
                    <a:pt x="92210" y="136251"/>
                  </a:lnTo>
                  <a:lnTo>
                    <a:pt x="20644" y="136251"/>
                  </a:lnTo>
                  <a:lnTo>
                    <a:pt x="20644" y="2064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53A8048-4F2C-4389-90D8-AD6670C2E937}"/>
                </a:ext>
              </a:extLst>
            </p:cNvPr>
            <p:cNvSpPr/>
            <p:nvPr/>
          </p:nvSpPr>
          <p:spPr bwMode="black">
            <a:xfrm>
              <a:off x="4501309" y="702673"/>
              <a:ext cx="110102" cy="605559"/>
            </a:xfrm>
            <a:custGeom>
              <a:avLst/>
              <a:gdLst>
                <a:gd name="connsiteX0" fmla="*/ 20644 w 110101"/>
                <a:gd name="connsiteY0" fmla="*/ 20644 h 605558"/>
                <a:gd name="connsiteX1" fmla="*/ 92210 w 110101"/>
                <a:gd name="connsiteY1" fmla="*/ 20644 h 605558"/>
                <a:gd name="connsiteX2" fmla="*/ 92210 w 110101"/>
                <a:gd name="connsiteY2" fmla="*/ 609687 h 605558"/>
                <a:gd name="connsiteX3" fmla="*/ 20644 w 110101"/>
                <a:gd name="connsiteY3" fmla="*/ 609687 h 605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01" h="605558">
                  <a:moveTo>
                    <a:pt x="20644" y="20644"/>
                  </a:moveTo>
                  <a:lnTo>
                    <a:pt x="92210" y="20644"/>
                  </a:lnTo>
                  <a:lnTo>
                    <a:pt x="92210" y="609687"/>
                  </a:lnTo>
                  <a:lnTo>
                    <a:pt x="20644" y="60968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1191415-0ECC-4572-B26D-B095FEB85F29}"/>
                </a:ext>
              </a:extLst>
            </p:cNvPr>
            <p:cNvSpPr/>
            <p:nvPr/>
          </p:nvSpPr>
          <p:spPr bwMode="black">
            <a:xfrm>
              <a:off x="4501309" y="476965"/>
              <a:ext cx="110102" cy="137627"/>
            </a:xfrm>
            <a:custGeom>
              <a:avLst/>
              <a:gdLst>
                <a:gd name="connsiteX0" fmla="*/ 20644 w 110101"/>
                <a:gd name="connsiteY0" fmla="*/ 20644 h 137626"/>
                <a:gd name="connsiteX1" fmla="*/ 92210 w 110101"/>
                <a:gd name="connsiteY1" fmla="*/ 20644 h 137626"/>
                <a:gd name="connsiteX2" fmla="*/ 92210 w 110101"/>
                <a:gd name="connsiteY2" fmla="*/ 136251 h 137626"/>
                <a:gd name="connsiteX3" fmla="*/ 20644 w 110101"/>
                <a:gd name="connsiteY3" fmla="*/ 136251 h 137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01" h="137626">
                  <a:moveTo>
                    <a:pt x="20644" y="20644"/>
                  </a:moveTo>
                  <a:lnTo>
                    <a:pt x="92210" y="20644"/>
                  </a:lnTo>
                  <a:lnTo>
                    <a:pt x="92210" y="136251"/>
                  </a:lnTo>
                  <a:lnTo>
                    <a:pt x="20644" y="13625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CB428A-70CC-49C9-9815-49643EC9A0FD}"/>
                </a:ext>
              </a:extLst>
            </p:cNvPr>
            <p:cNvSpPr/>
            <p:nvPr/>
          </p:nvSpPr>
          <p:spPr bwMode="black">
            <a:xfrm>
              <a:off x="4680224" y="686158"/>
              <a:ext cx="578033" cy="660609"/>
            </a:xfrm>
            <a:custGeom>
              <a:avLst/>
              <a:gdLst>
                <a:gd name="connsiteX0" fmla="*/ 92210 w 578033"/>
                <a:gd name="connsiteY0" fmla="*/ 331681 h 660609"/>
                <a:gd name="connsiteX1" fmla="*/ 298650 w 578033"/>
                <a:gd name="connsiteY1" fmla="*/ 582162 h 660609"/>
                <a:gd name="connsiteX2" fmla="*/ 505091 w 578033"/>
                <a:gd name="connsiteY2" fmla="*/ 331681 h 660609"/>
                <a:gd name="connsiteX3" fmla="*/ 298650 w 578033"/>
                <a:gd name="connsiteY3" fmla="*/ 81200 h 660609"/>
                <a:gd name="connsiteX4" fmla="*/ 92210 w 578033"/>
                <a:gd name="connsiteY4" fmla="*/ 331681 h 660609"/>
                <a:gd name="connsiteX5" fmla="*/ 576657 w 578033"/>
                <a:gd name="connsiteY5" fmla="*/ 331681 h 660609"/>
                <a:gd name="connsiteX6" fmla="*/ 298650 w 578033"/>
                <a:gd name="connsiteY6" fmla="*/ 642718 h 660609"/>
                <a:gd name="connsiteX7" fmla="*/ 20644 w 578033"/>
                <a:gd name="connsiteY7" fmla="*/ 331681 h 660609"/>
                <a:gd name="connsiteX8" fmla="*/ 298650 w 578033"/>
                <a:gd name="connsiteY8" fmla="*/ 20644 h 660609"/>
                <a:gd name="connsiteX9" fmla="*/ 576657 w 578033"/>
                <a:gd name="connsiteY9" fmla="*/ 331681 h 6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8033" h="660609">
                  <a:moveTo>
                    <a:pt x="92210" y="331681"/>
                  </a:moveTo>
                  <a:cubicBezTo>
                    <a:pt x="92210" y="458298"/>
                    <a:pt x="161023" y="582162"/>
                    <a:pt x="298650" y="582162"/>
                  </a:cubicBezTo>
                  <a:cubicBezTo>
                    <a:pt x="436277" y="582162"/>
                    <a:pt x="505091" y="455545"/>
                    <a:pt x="505091" y="331681"/>
                  </a:cubicBezTo>
                  <a:cubicBezTo>
                    <a:pt x="505091" y="205064"/>
                    <a:pt x="436277" y="81200"/>
                    <a:pt x="298650" y="81200"/>
                  </a:cubicBezTo>
                  <a:cubicBezTo>
                    <a:pt x="161023" y="81200"/>
                    <a:pt x="92210" y="205064"/>
                    <a:pt x="92210" y="331681"/>
                  </a:cubicBezTo>
                  <a:moveTo>
                    <a:pt x="576657" y="331681"/>
                  </a:moveTo>
                  <a:cubicBezTo>
                    <a:pt x="576657" y="499586"/>
                    <a:pt x="477565" y="642718"/>
                    <a:pt x="298650" y="642718"/>
                  </a:cubicBezTo>
                  <a:cubicBezTo>
                    <a:pt x="119735" y="642718"/>
                    <a:pt x="20644" y="499586"/>
                    <a:pt x="20644" y="331681"/>
                  </a:cubicBezTo>
                  <a:cubicBezTo>
                    <a:pt x="20644" y="163776"/>
                    <a:pt x="119735" y="20644"/>
                    <a:pt x="298650" y="20644"/>
                  </a:cubicBezTo>
                  <a:cubicBezTo>
                    <a:pt x="477565" y="20644"/>
                    <a:pt x="576657" y="163776"/>
                    <a:pt x="576657" y="331681"/>
                  </a:cubicBez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861F017-D2F7-4800-923F-F093966A4640}"/>
                </a:ext>
              </a:extLst>
            </p:cNvPr>
            <p:cNvSpPr/>
            <p:nvPr/>
          </p:nvSpPr>
          <p:spPr bwMode="black">
            <a:xfrm>
              <a:off x="5340834" y="686158"/>
              <a:ext cx="495457" cy="633084"/>
            </a:xfrm>
            <a:custGeom>
              <a:avLst/>
              <a:gdLst>
                <a:gd name="connsiteX0" fmla="*/ 20644 w 495456"/>
                <a:gd name="connsiteY0" fmla="*/ 37159 h 633083"/>
                <a:gd name="connsiteX1" fmla="*/ 92210 w 495456"/>
                <a:gd name="connsiteY1" fmla="*/ 37159 h 633083"/>
                <a:gd name="connsiteX2" fmla="*/ 92210 w 495456"/>
                <a:gd name="connsiteY2" fmla="*/ 139003 h 633083"/>
                <a:gd name="connsiteX3" fmla="*/ 94963 w 495456"/>
                <a:gd name="connsiteY3" fmla="*/ 139003 h 633083"/>
                <a:gd name="connsiteX4" fmla="*/ 282135 w 495456"/>
                <a:gd name="connsiteY4" fmla="*/ 20644 h 633083"/>
                <a:gd name="connsiteX5" fmla="*/ 496833 w 495456"/>
                <a:gd name="connsiteY5" fmla="*/ 249105 h 633083"/>
                <a:gd name="connsiteX6" fmla="*/ 496833 w 495456"/>
                <a:gd name="connsiteY6" fmla="*/ 628955 h 633083"/>
                <a:gd name="connsiteX7" fmla="*/ 425267 w 495456"/>
                <a:gd name="connsiteY7" fmla="*/ 628955 h 633083"/>
                <a:gd name="connsiteX8" fmla="*/ 425267 w 495456"/>
                <a:gd name="connsiteY8" fmla="*/ 260115 h 633083"/>
                <a:gd name="connsiteX9" fmla="*/ 276630 w 495456"/>
                <a:gd name="connsiteY9" fmla="*/ 81200 h 633083"/>
                <a:gd name="connsiteX10" fmla="*/ 92210 w 495456"/>
                <a:gd name="connsiteY10" fmla="*/ 282135 h 633083"/>
                <a:gd name="connsiteX11" fmla="*/ 92210 w 495456"/>
                <a:gd name="connsiteY11" fmla="*/ 626203 h 633083"/>
                <a:gd name="connsiteX12" fmla="*/ 20644 w 495456"/>
                <a:gd name="connsiteY12" fmla="*/ 626203 h 633083"/>
                <a:gd name="connsiteX13" fmla="*/ 20644 w 495456"/>
                <a:gd name="connsiteY13" fmla="*/ 37159 h 63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5456" h="633083">
                  <a:moveTo>
                    <a:pt x="20644" y="37159"/>
                  </a:moveTo>
                  <a:lnTo>
                    <a:pt x="92210" y="37159"/>
                  </a:lnTo>
                  <a:lnTo>
                    <a:pt x="92210" y="139003"/>
                  </a:lnTo>
                  <a:lnTo>
                    <a:pt x="94963" y="139003"/>
                  </a:lnTo>
                  <a:cubicBezTo>
                    <a:pt x="122488" y="67437"/>
                    <a:pt x="199559" y="20644"/>
                    <a:pt x="282135" y="20644"/>
                  </a:cubicBezTo>
                  <a:cubicBezTo>
                    <a:pt x="447288" y="20644"/>
                    <a:pt x="496833" y="108725"/>
                    <a:pt x="496833" y="249105"/>
                  </a:cubicBezTo>
                  <a:lnTo>
                    <a:pt x="496833" y="628955"/>
                  </a:lnTo>
                  <a:lnTo>
                    <a:pt x="425267" y="628955"/>
                  </a:lnTo>
                  <a:lnTo>
                    <a:pt x="425267" y="260115"/>
                  </a:lnTo>
                  <a:cubicBezTo>
                    <a:pt x="425267" y="158271"/>
                    <a:pt x="392237" y="81200"/>
                    <a:pt x="276630" y="81200"/>
                  </a:cubicBezTo>
                  <a:cubicBezTo>
                    <a:pt x="163776" y="81200"/>
                    <a:pt x="94963" y="169281"/>
                    <a:pt x="92210" y="282135"/>
                  </a:cubicBezTo>
                  <a:lnTo>
                    <a:pt x="92210" y="626203"/>
                  </a:lnTo>
                  <a:lnTo>
                    <a:pt x="20644" y="626203"/>
                  </a:lnTo>
                  <a:lnTo>
                    <a:pt x="20644" y="3715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C217B49-70CC-4D78-AED0-18A9A28B3500}"/>
                </a:ext>
              </a:extLst>
            </p:cNvPr>
            <p:cNvSpPr/>
            <p:nvPr/>
          </p:nvSpPr>
          <p:spPr bwMode="black">
            <a:xfrm>
              <a:off x="5340834" y="686158"/>
              <a:ext cx="495457" cy="633084"/>
            </a:xfrm>
            <a:custGeom>
              <a:avLst/>
              <a:gdLst>
                <a:gd name="connsiteX0" fmla="*/ 20644 w 495456"/>
                <a:gd name="connsiteY0" fmla="*/ 37159 h 633083"/>
                <a:gd name="connsiteX1" fmla="*/ 92210 w 495456"/>
                <a:gd name="connsiteY1" fmla="*/ 37159 h 633083"/>
                <a:gd name="connsiteX2" fmla="*/ 92210 w 495456"/>
                <a:gd name="connsiteY2" fmla="*/ 139003 h 633083"/>
                <a:gd name="connsiteX3" fmla="*/ 94963 w 495456"/>
                <a:gd name="connsiteY3" fmla="*/ 139003 h 633083"/>
                <a:gd name="connsiteX4" fmla="*/ 282135 w 495456"/>
                <a:gd name="connsiteY4" fmla="*/ 20644 h 633083"/>
                <a:gd name="connsiteX5" fmla="*/ 496833 w 495456"/>
                <a:gd name="connsiteY5" fmla="*/ 249105 h 633083"/>
                <a:gd name="connsiteX6" fmla="*/ 496833 w 495456"/>
                <a:gd name="connsiteY6" fmla="*/ 628955 h 633083"/>
                <a:gd name="connsiteX7" fmla="*/ 425267 w 495456"/>
                <a:gd name="connsiteY7" fmla="*/ 628955 h 633083"/>
                <a:gd name="connsiteX8" fmla="*/ 425267 w 495456"/>
                <a:gd name="connsiteY8" fmla="*/ 260115 h 633083"/>
                <a:gd name="connsiteX9" fmla="*/ 276630 w 495456"/>
                <a:gd name="connsiteY9" fmla="*/ 81200 h 633083"/>
                <a:gd name="connsiteX10" fmla="*/ 92210 w 495456"/>
                <a:gd name="connsiteY10" fmla="*/ 284888 h 633083"/>
                <a:gd name="connsiteX11" fmla="*/ 92210 w 495456"/>
                <a:gd name="connsiteY11" fmla="*/ 628955 h 633083"/>
                <a:gd name="connsiteX12" fmla="*/ 20644 w 495456"/>
                <a:gd name="connsiteY12" fmla="*/ 628955 h 633083"/>
                <a:gd name="connsiteX13" fmla="*/ 20644 w 495456"/>
                <a:gd name="connsiteY13" fmla="*/ 37159 h 633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5456" h="633083">
                  <a:moveTo>
                    <a:pt x="20644" y="37159"/>
                  </a:moveTo>
                  <a:lnTo>
                    <a:pt x="92210" y="37159"/>
                  </a:lnTo>
                  <a:lnTo>
                    <a:pt x="92210" y="139003"/>
                  </a:lnTo>
                  <a:lnTo>
                    <a:pt x="94963" y="139003"/>
                  </a:lnTo>
                  <a:cubicBezTo>
                    <a:pt x="122488" y="67437"/>
                    <a:pt x="199559" y="20644"/>
                    <a:pt x="282135" y="20644"/>
                  </a:cubicBezTo>
                  <a:cubicBezTo>
                    <a:pt x="447288" y="20644"/>
                    <a:pt x="496833" y="108725"/>
                    <a:pt x="496833" y="249105"/>
                  </a:cubicBezTo>
                  <a:lnTo>
                    <a:pt x="496833" y="628955"/>
                  </a:lnTo>
                  <a:lnTo>
                    <a:pt x="425267" y="628955"/>
                  </a:lnTo>
                  <a:lnTo>
                    <a:pt x="425267" y="260115"/>
                  </a:lnTo>
                  <a:cubicBezTo>
                    <a:pt x="425267" y="158271"/>
                    <a:pt x="392237" y="81200"/>
                    <a:pt x="276630" y="81200"/>
                  </a:cubicBezTo>
                  <a:cubicBezTo>
                    <a:pt x="163776" y="81200"/>
                    <a:pt x="94963" y="169281"/>
                    <a:pt x="92210" y="284888"/>
                  </a:cubicBezTo>
                  <a:lnTo>
                    <a:pt x="92210" y="628955"/>
                  </a:lnTo>
                  <a:lnTo>
                    <a:pt x="20644" y="628955"/>
                  </a:lnTo>
                  <a:lnTo>
                    <a:pt x="20644" y="3715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021449B-89FF-4452-B2AC-A01CC925A3F6}"/>
                </a:ext>
              </a:extLst>
            </p:cNvPr>
            <p:cNvSpPr/>
            <p:nvPr/>
          </p:nvSpPr>
          <p:spPr bwMode="black">
            <a:xfrm>
              <a:off x="5918867" y="686158"/>
              <a:ext cx="578033" cy="660609"/>
            </a:xfrm>
            <a:custGeom>
              <a:avLst/>
              <a:gdLst>
                <a:gd name="connsiteX0" fmla="*/ 430772 w 578033"/>
                <a:gd name="connsiteY0" fmla="*/ 304156 h 660609"/>
                <a:gd name="connsiteX1" fmla="*/ 430772 w 578033"/>
                <a:gd name="connsiteY1" fmla="*/ 304156 h 660609"/>
                <a:gd name="connsiteX2" fmla="*/ 367464 w 578033"/>
                <a:gd name="connsiteY2" fmla="*/ 331681 h 660609"/>
                <a:gd name="connsiteX3" fmla="*/ 94963 w 578033"/>
                <a:gd name="connsiteY3" fmla="*/ 466555 h 660609"/>
                <a:gd name="connsiteX4" fmla="*/ 227084 w 578033"/>
                <a:gd name="connsiteY4" fmla="*/ 582162 h 660609"/>
                <a:gd name="connsiteX5" fmla="*/ 430772 w 578033"/>
                <a:gd name="connsiteY5" fmla="*/ 397742 h 660609"/>
                <a:gd name="connsiteX6" fmla="*/ 430772 w 578033"/>
                <a:gd name="connsiteY6" fmla="*/ 304156 h 660609"/>
                <a:gd name="connsiteX7" fmla="*/ 48169 w 578033"/>
                <a:gd name="connsiteY7" fmla="*/ 218827 h 660609"/>
                <a:gd name="connsiteX8" fmla="*/ 284888 w 578033"/>
                <a:gd name="connsiteY8" fmla="*/ 20644 h 660609"/>
                <a:gd name="connsiteX9" fmla="*/ 502338 w 578033"/>
                <a:gd name="connsiteY9" fmla="*/ 210569 h 660609"/>
                <a:gd name="connsiteX10" fmla="*/ 502338 w 578033"/>
                <a:gd name="connsiteY10" fmla="*/ 524359 h 660609"/>
                <a:gd name="connsiteX11" fmla="*/ 543626 w 578033"/>
                <a:gd name="connsiteY11" fmla="*/ 568399 h 660609"/>
                <a:gd name="connsiteX12" fmla="*/ 565647 w 578033"/>
                <a:gd name="connsiteY12" fmla="*/ 562894 h 660609"/>
                <a:gd name="connsiteX13" fmla="*/ 565647 w 578033"/>
                <a:gd name="connsiteY13" fmla="*/ 623450 h 660609"/>
                <a:gd name="connsiteX14" fmla="*/ 518854 w 578033"/>
                <a:gd name="connsiteY14" fmla="*/ 628955 h 660609"/>
                <a:gd name="connsiteX15" fmla="*/ 433525 w 578033"/>
                <a:gd name="connsiteY15" fmla="*/ 527111 h 660609"/>
                <a:gd name="connsiteX16" fmla="*/ 430772 w 578033"/>
                <a:gd name="connsiteY16" fmla="*/ 527111 h 660609"/>
                <a:gd name="connsiteX17" fmla="*/ 216074 w 578033"/>
                <a:gd name="connsiteY17" fmla="*/ 648223 h 660609"/>
                <a:gd name="connsiteX18" fmla="*/ 20644 w 578033"/>
                <a:gd name="connsiteY18" fmla="*/ 474813 h 660609"/>
                <a:gd name="connsiteX19" fmla="*/ 334433 w 578033"/>
                <a:gd name="connsiteY19" fmla="*/ 284888 h 660609"/>
                <a:gd name="connsiteX20" fmla="*/ 425267 w 578033"/>
                <a:gd name="connsiteY20" fmla="*/ 205064 h 660609"/>
                <a:gd name="connsiteX21" fmla="*/ 271125 w 578033"/>
                <a:gd name="connsiteY21" fmla="*/ 83952 h 660609"/>
                <a:gd name="connsiteX22" fmla="*/ 114230 w 578033"/>
                <a:gd name="connsiteY22" fmla="*/ 221579 h 660609"/>
                <a:gd name="connsiteX23" fmla="*/ 48169 w 578033"/>
                <a:gd name="connsiteY23" fmla="*/ 221579 h 6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8033" h="660609">
                  <a:moveTo>
                    <a:pt x="430772" y="304156"/>
                  </a:moveTo>
                  <a:lnTo>
                    <a:pt x="430772" y="304156"/>
                  </a:lnTo>
                  <a:cubicBezTo>
                    <a:pt x="419762" y="320671"/>
                    <a:pt x="386732" y="326176"/>
                    <a:pt x="367464" y="331681"/>
                  </a:cubicBezTo>
                  <a:cubicBezTo>
                    <a:pt x="246352" y="353701"/>
                    <a:pt x="94963" y="350949"/>
                    <a:pt x="94963" y="466555"/>
                  </a:cubicBezTo>
                  <a:cubicBezTo>
                    <a:pt x="94963" y="538121"/>
                    <a:pt x="158271" y="582162"/>
                    <a:pt x="227084" y="582162"/>
                  </a:cubicBezTo>
                  <a:cubicBezTo>
                    <a:pt x="337186" y="582162"/>
                    <a:pt x="433525" y="513348"/>
                    <a:pt x="430772" y="397742"/>
                  </a:cubicBezTo>
                  <a:lnTo>
                    <a:pt x="430772" y="304156"/>
                  </a:lnTo>
                  <a:close/>
                  <a:moveTo>
                    <a:pt x="48169" y="218827"/>
                  </a:moveTo>
                  <a:cubicBezTo>
                    <a:pt x="56427" y="81200"/>
                    <a:pt x="152766" y="20644"/>
                    <a:pt x="284888" y="20644"/>
                  </a:cubicBezTo>
                  <a:cubicBezTo>
                    <a:pt x="389484" y="20644"/>
                    <a:pt x="502338" y="53675"/>
                    <a:pt x="502338" y="210569"/>
                  </a:cubicBezTo>
                  <a:lnTo>
                    <a:pt x="502338" y="524359"/>
                  </a:lnTo>
                  <a:cubicBezTo>
                    <a:pt x="502338" y="551884"/>
                    <a:pt x="516101" y="568399"/>
                    <a:pt x="543626" y="568399"/>
                  </a:cubicBezTo>
                  <a:cubicBezTo>
                    <a:pt x="551884" y="568399"/>
                    <a:pt x="560141" y="565647"/>
                    <a:pt x="565647" y="562894"/>
                  </a:cubicBezTo>
                  <a:lnTo>
                    <a:pt x="565647" y="623450"/>
                  </a:lnTo>
                  <a:cubicBezTo>
                    <a:pt x="549131" y="626203"/>
                    <a:pt x="538121" y="628955"/>
                    <a:pt x="518854" y="628955"/>
                  </a:cubicBezTo>
                  <a:cubicBezTo>
                    <a:pt x="447288" y="628955"/>
                    <a:pt x="433525" y="587667"/>
                    <a:pt x="433525" y="527111"/>
                  </a:cubicBezTo>
                  <a:lnTo>
                    <a:pt x="430772" y="527111"/>
                  </a:lnTo>
                  <a:cubicBezTo>
                    <a:pt x="381227" y="604182"/>
                    <a:pt x="328928" y="648223"/>
                    <a:pt x="216074" y="648223"/>
                  </a:cubicBezTo>
                  <a:cubicBezTo>
                    <a:pt x="108725" y="648223"/>
                    <a:pt x="20644" y="593172"/>
                    <a:pt x="20644" y="474813"/>
                  </a:cubicBezTo>
                  <a:cubicBezTo>
                    <a:pt x="20644" y="309661"/>
                    <a:pt x="180291" y="304156"/>
                    <a:pt x="334433" y="284888"/>
                  </a:cubicBezTo>
                  <a:cubicBezTo>
                    <a:pt x="392237" y="279383"/>
                    <a:pt x="425267" y="271125"/>
                    <a:pt x="425267" y="205064"/>
                  </a:cubicBezTo>
                  <a:cubicBezTo>
                    <a:pt x="425267" y="108725"/>
                    <a:pt x="356454" y="83952"/>
                    <a:pt x="271125" y="83952"/>
                  </a:cubicBezTo>
                  <a:cubicBezTo>
                    <a:pt x="183044" y="83952"/>
                    <a:pt x="116983" y="125240"/>
                    <a:pt x="114230" y="221579"/>
                  </a:cubicBezTo>
                  <a:lnTo>
                    <a:pt x="48169" y="22157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63DE190-5910-4A04-8831-912E7B4D07E0}"/>
                </a:ext>
              </a:extLst>
            </p:cNvPr>
            <p:cNvSpPr/>
            <p:nvPr/>
          </p:nvSpPr>
          <p:spPr bwMode="black">
            <a:xfrm>
              <a:off x="6582229" y="476965"/>
              <a:ext cx="110102" cy="853287"/>
            </a:xfrm>
            <a:custGeom>
              <a:avLst/>
              <a:gdLst>
                <a:gd name="connsiteX0" fmla="*/ 20644 w 110101"/>
                <a:gd name="connsiteY0" fmla="*/ 20644 h 853286"/>
                <a:gd name="connsiteX1" fmla="*/ 92210 w 110101"/>
                <a:gd name="connsiteY1" fmla="*/ 20644 h 853286"/>
                <a:gd name="connsiteX2" fmla="*/ 92210 w 110101"/>
                <a:gd name="connsiteY2" fmla="*/ 838148 h 853286"/>
                <a:gd name="connsiteX3" fmla="*/ 20644 w 110101"/>
                <a:gd name="connsiteY3" fmla="*/ 838148 h 85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01" h="853286">
                  <a:moveTo>
                    <a:pt x="20644" y="20644"/>
                  </a:moveTo>
                  <a:lnTo>
                    <a:pt x="92210" y="20644"/>
                  </a:lnTo>
                  <a:lnTo>
                    <a:pt x="92210" y="838148"/>
                  </a:lnTo>
                  <a:lnTo>
                    <a:pt x="20644" y="8381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C513A30-DC41-4B70-B474-B7F9882045F1}"/>
                </a:ext>
              </a:extLst>
            </p:cNvPr>
            <p:cNvSpPr/>
            <p:nvPr/>
          </p:nvSpPr>
          <p:spPr bwMode="black">
            <a:xfrm>
              <a:off x="6582229" y="476965"/>
              <a:ext cx="110102" cy="853287"/>
            </a:xfrm>
            <a:custGeom>
              <a:avLst/>
              <a:gdLst>
                <a:gd name="connsiteX0" fmla="*/ 20644 w 110101"/>
                <a:gd name="connsiteY0" fmla="*/ 20644 h 853286"/>
                <a:gd name="connsiteX1" fmla="*/ 92210 w 110101"/>
                <a:gd name="connsiteY1" fmla="*/ 20644 h 853286"/>
                <a:gd name="connsiteX2" fmla="*/ 92210 w 110101"/>
                <a:gd name="connsiteY2" fmla="*/ 838148 h 853286"/>
                <a:gd name="connsiteX3" fmla="*/ 20644 w 110101"/>
                <a:gd name="connsiteY3" fmla="*/ 838148 h 85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01" h="853286">
                  <a:moveTo>
                    <a:pt x="20644" y="20644"/>
                  </a:moveTo>
                  <a:lnTo>
                    <a:pt x="92210" y="20644"/>
                  </a:lnTo>
                  <a:lnTo>
                    <a:pt x="92210" y="838148"/>
                  </a:lnTo>
                  <a:lnTo>
                    <a:pt x="20644" y="8381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4BE96A6-616D-4E71-8D2F-943A0D187F8C}"/>
                </a:ext>
              </a:extLst>
            </p:cNvPr>
            <p:cNvSpPr/>
            <p:nvPr/>
          </p:nvSpPr>
          <p:spPr bwMode="black">
            <a:xfrm>
              <a:off x="6766649" y="666890"/>
              <a:ext cx="605559" cy="908338"/>
            </a:xfrm>
            <a:custGeom>
              <a:avLst/>
              <a:gdLst>
                <a:gd name="connsiteX0" fmla="*/ 312413 w 605558"/>
                <a:gd name="connsiteY0" fmla="*/ 516101 h 908337"/>
                <a:gd name="connsiteX1" fmla="*/ 447288 w 605558"/>
                <a:gd name="connsiteY1" fmla="*/ 339939 h 908337"/>
                <a:gd name="connsiteX2" fmla="*/ 309661 w 605558"/>
                <a:gd name="connsiteY2" fmla="*/ 161024 h 908337"/>
                <a:gd name="connsiteX3" fmla="*/ 185796 w 605558"/>
                <a:gd name="connsiteY3" fmla="*/ 345444 h 908337"/>
                <a:gd name="connsiteX4" fmla="*/ 312413 w 605558"/>
                <a:gd name="connsiteY4" fmla="*/ 516101 h 908337"/>
                <a:gd name="connsiteX5" fmla="*/ 604182 w 605558"/>
                <a:gd name="connsiteY5" fmla="*/ 37159 h 908337"/>
                <a:gd name="connsiteX6" fmla="*/ 604182 w 605558"/>
                <a:gd name="connsiteY6" fmla="*/ 615192 h 908337"/>
                <a:gd name="connsiteX7" fmla="*/ 298650 w 605558"/>
                <a:gd name="connsiteY7" fmla="*/ 895951 h 908337"/>
                <a:gd name="connsiteX8" fmla="*/ 34407 w 605558"/>
                <a:gd name="connsiteY8" fmla="*/ 714284 h 908337"/>
                <a:gd name="connsiteX9" fmla="*/ 207816 w 605558"/>
                <a:gd name="connsiteY9" fmla="*/ 714284 h 908337"/>
                <a:gd name="connsiteX10" fmla="*/ 320671 w 605558"/>
                <a:gd name="connsiteY10" fmla="*/ 774840 h 908337"/>
                <a:gd name="connsiteX11" fmla="*/ 447288 w 605558"/>
                <a:gd name="connsiteY11" fmla="*/ 634460 h 908337"/>
                <a:gd name="connsiteX12" fmla="*/ 447288 w 605558"/>
                <a:gd name="connsiteY12" fmla="*/ 560142 h 908337"/>
                <a:gd name="connsiteX13" fmla="*/ 444535 w 605558"/>
                <a:gd name="connsiteY13" fmla="*/ 557389 h 908337"/>
                <a:gd name="connsiteX14" fmla="*/ 282135 w 605558"/>
                <a:gd name="connsiteY14" fmla="*/ 648223 h 908337"/>
                <a:gd name="connsiteX15" fmla="*/ 20644 w 605558"/>
                <a:gd name="connsiteY15" fmla="*/ 334433 h 908337"/>
                <a:gd name="connsiteX16" fmla="*/ 271125 w 605558"/>
                <a:gd name="connsiteY16" fmla="*/ 20644 h 908337"/>
                <a:gd name="connsiteX17" fmla="*/ 447288 w 605558"/>
                <a:gd name="connsiteY17" fmla="*/ 127993 h 908337"/>
                <a:gd name="connsiteX18" fmla="*/ 450040 w 605558"/>
                <a:gd name="connsiteY18" fmla="*/ 127993 h 908337"/>
                <a:gd name="connsiteX19" fmla="*/ 450040 w 605558"/>
                <a:gd name="connsiteY19" fmla="*/ 37159 h 908337"/>
                <a:gd name="connsiteX20" fmla="*/ 604182 w 605558"/>
                <a:gd name="connsiteY20" fmla="*/ 37159 h 90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5558" h="908337">
                  <a:moveTo>
                    <a:pt x="312413" y="516101"/>
                  </a:moveTo>
                  <a:cubicBezTo>
                    <a:pt x="419762" y="516101"/>
                    <a:pt x="447288" y="422515"/>
                    <a:pt x="447288" y="339939"/>
                  </a:cubicBezTo>
                  <a:cubicBezTo>
                    <a:pt x="447288" y="240847"/>
                    <a:pt x="400494" y="161024"/>
                    <a:pt x="309661" y="161024"/>
                  </a:cubicBezTo>
                  <a:cubicBezTo>
                    <a:pt x="251857" y="161024"/>
                    <a:pt x="185796" y="205064"/>
                    <a:pt x="185796" y="345444"/>
                  </a:cubicBezTo>
                  <a:cubicBezTo>
                    <a:pt x="185796" y="422515"/>
                    <a:pt x="216074" y="516101"/>
                    <a:pt x="312413" y="516101"/>
                  </a:cubicBezTo>
                  <a:moveTo>
                    <a:pt x="604182" y="37159"/>
                  </a:moveTo>
                  <a:lnTo>
                    <a:pt x="604182" y="615192"/>
                  </a:lnTo>
                  <a:cubicBezTo>
                    <a:pt x="604182" y="719789"/>
                    <a:pt x="595925" y="895951"/>
                    <a:pt x="298650" y="895951"/>
                  </a:cubicBezTo>
                  <a:cubicBezTo>
                    <a:pt x="174786" y="895951"/>
                    <a:pt x="42664" y="840901"/>
                    <a:pt x="34407" y="714284"/>
                  </a:cubicBezTo>
                  <a:lnTo>
                    <a:pt x="207816" y="714284"/>
                  </a:lnTo>
                  <a:cubicBezTo>
                    <a:pt x="216074" y="744562"/>
                    <a:pt x="227084" y="774840"/>
                    <a:pt x="320671" y="774840"/>
                  </a:cubicBezTo>
                  <a:cubicBezTo>
                    <a:pt x="405999" y="774840"/>
                    <a:pt x="447288" y="733552"/>
                    <a:pt x="447288" y="634460"/>
                  </a:cubicBezTo>
                  <a:lnTo>
                    <a:pt x="447288" y="560142"/>
                  </a:lnTo>
                  <a:lnTo>
                    <a:pt x="444535" y="557389"/>
                  </a:lnTo>
                  <a:cubicBezTo>
                    <a:pt x="419762" y="604182"/>
                    <a:pt x="378474" y="648223"/>
                    <a:pt x="282135" y="648223"/>
                  </a:cubicBezTo>
                  <a:cubicBezTo>
                    <a:pt x="136251" y="648223"/>
                    <a:pt x="20644" y="546379"/>
                    <a:pt x="20644" y="334433"/>
                  </a:cubicBezTo>
                  <a:cubicBezTo>
                    <a:pt x="20644" y="125241"/>
                    <a:pt x="139003" y="20644"/>
                    <a:pt x="271125" y="20644"/>
                  </a:cubicBezTo>
                  <a:cubicBezTo>
                    <a:pt x="383979" y="20644"/>
                    <a:pt x="428019" y="86705"/>
                    <a:pt x="447288" y="127993"/>
                  </a:cubicBezTo>
                  <a:lnTo>
                    <a:pt x="450040" y="127993"/>
                  </a:lnTo>
                  <a:lnTo>
                    <a:pt x="450040" y="37159"/>
                  </a:lnTo>
                  <a:lnTo>
                    <a:pt x="604182" y="3715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C6CE4B4-072A-4577-874A-81871C055E54}"/>
                </a:ext>
              </a:extLst>
            </p:cNvPr>
            <p:cNvSpPr/>
            <p:nvPr/>
          </p:nvSpPr>
          <p:spPr bwMode="black">
            <a:xfrm>
              <a:off x="7485061" y="666890"/>
              <a:ext cx="385355" cy="660609"/>
            </a:xfrm>
            <a:custGeom>
              <a:avLst/>
              <a:gdLst>
                <a:gd name="connsiteX0" fmla="*/ 23397 w 385355"/>
                <a:gd name="connsiteY0" fmla="*/ 37159 h 660609"/>
                <a:gd name="connsiteX1" fmla="*/ 174786 w 385355"/>
                <a:gd name="connsiteY1" fmla="*/ 37159 h 660609"/>
                <a:gd name="connsiteX2" fmla="*/ 174786 w 385355"/>
                <a:gd name="connsiteY2" fmla="*/ 141756 h 660609"/>
                <a:gd name="connsiteX3" fmla="*/ 177539 w 385355"/>
                <a:gd name="connsiteY3" fmla="*/ 141756 h 660609"/>
                <a:gd name="connsiteX4" fmla="*/ 342691 w 385355"/>
                <a:gd name="connsiteY4" fmla="*/ 20644 h 660609"/>
                <a:gd name="connsiteX5" fmla="*/ 372969 w 385355"/>
                <a:gd name="connsiteY5" fmla="*/ 23397 h 660609"/>
                <a:gd name="connsiteX6" fmla="*/ 372969 w 385355"/>
                <a:gd name="connsiteY6" fmla="*/ 185796 h 660609"/>
                <a:gd name="connsiteX7" fmla="*/ 326176 w 385355"/>
                <a:gd name="connsiteY7" fmla="*/ 183044 h 660609"/>
                <a:gd name="connsiteX8" fmla="*/ 180291 w 385355"/>
                <a:gd name="connsiteY8" fmla="*/ 328928 h 660609"/>
                <a:gd name="connsiteX9" fmla="*/ 180291 w 385355"/>
                <a:gd name="connsiteY9" fmla="*/ 645470 h 660609"/>
                <a:gd name="connsiteX10" fmla="*/ 20644 w 385355"/>
                <a:gd name="connsiteY10" fmla="*/ 645470 h 660609"/>
                <a:gd name="connsiteX11" fmla="*/ 20644 w 385355"/>
                <a:gd name="connsiteY11" fmla="*/ 37159 h 6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5355" h="660609">
                  <a:moveTo>
                    <a:pt x="23397" y="37159"/>
                  </a:moveTo>
                  <a:lnTo>
                    <a:pt x="174786" y="37159"/>
                  </a:lnTo>
                  <a:lnTo>
                    <a:pt x="174786" y="141756"/>
                  </a:lnTo>
                  <a:lnTo>
                    <a:pt x="177539" y="141756"/>
                  </a:lnTo>
                  <a:cubicBezTo>
                    <a:pt x="210569" y="81200"/>
                    <a:pt x="246352" y="20644"/>
                    <a:pt x="342691" y="20644"/>
                  </a:cubicBezTo>
                  <a:cubicBezTo>
                    <a:pt x="353701" y="20644"/>
                    <a:pt x="361959" y="20644"/>
                    <a:pt x="372969" y="23397"/>
                  </a:cubicBezTo>
                  <a:lnTo>
                    <a:pt x="372969" y="185796"/>
                  </a:lnTo>
                  <a:cubicBezTo>
                    <a:pt x="359206" y="183044"/>
                    <a:pt x="342691" y="183044"/>
                    <a:pt x="326176" y="183044"/>
                  </a:cubicBezTo>
                  <a:cubicBezTo>
                    <a:pt x="202312" y="183044"/>
                    <a:pt x="180291" y="260115"/>
                    <a:pt x="180291" y="328928"/>
                  </a:cubicBezTo>
                  <a:lnTo>
                    <a:pt x="180291" y="645470"/>
                  </a:lnTo>
                  <a:lnTo>
                    <a:pt x="20644" y="645470"/>
                  </a:lnTo>
                  <a:lnTo>
                    <a:pt x="20644" y="37159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C62C249-90CE-45DC-8B3D-A3EF2B7862C4}"/>
                </a:ext>
              </a:extLst>
            </p:cNvPr>
            <p:cNvSpPr/>
            <p:nvPr/>
          </p:nvSpPr>
          <p:spPr bwMode="black">
            <a:xfrm>
              <a:off x="8206226" y="471460"/>
              <a:ext cx="633084" cy="853287"/>
            </a:xfrm>
            <a:custGeom>
              <a:avLst/>
              <a:gdLst>
                <a:gd name="connsiteX0" fmla="*/ 320671 w 633083"/>
                <a:gd name="connsiteY0" fmla="*/ 725294 h 853286"/>
                <a:gd name="connsiteX1" fmla="*/ 461050 w 633083"/>
                <a:gd name="connsiteY1" fmla="*/ 549131 h 853286"/>
                <a:gd name="connsiteX2" fmla="*/ 323423 w 633083"/>
                <a:gd name="connsiteY2" fmla="*/ 353701 h 853286"/>
                <a:gd name="connsiteX3" fmla="*/ 188549 w 633083"/>
                <a:gd name="connsiteY3" fmla="*/ 540874 h 853286"/>
                <a:gd name="connsiteX4" fmla="*/ 320671 w 633083"/>
                <a:gd name="connsiteY4" fmla="*/ 725294 h 853286"/>
                <a:gd name="connsiteX5" fmla="*/ 612440 w 633083"/>
                <a:gd name="connsiteY5" fmla="*/ 840901 h 853286"/>
                <a:gd name="connsiteX6" fmla="*/ 455545 w 633083"/>
                <a:gd name="connsiteY6" fmla="*/ 840901 h 853286"/>
                <a:gd name="connsiteX7" fmla="*/ 455545 w 633083"/>
                <a:gd name="connsiteY7" fmla="*/ 763829 h 853286"/>
                <a:gd name="connsiteX8" fmla="*/ 452793 w 633083"/>
                <a:gd name="connsiteY8" fmla="*/ 763829 h 853286"/>
                <a:gd name="connsiteX9" fmla="*/ 276630 w 633083"/>
                <a:gd name="connsiteY9" fmla="*/ 857416 h 853286"/>
                <a:gd name="connsiteX10" fmla="*/ 20644 w 633083"/>
                <a:gd name="connsiteY10" fmla="*/ 529864 h 853286"/>
                <a:gd name="connsiteX11" fmla="*/ 271125 w 633083"/>
                <a:gd name="connsiteY11" fmla="*/ 216074 h 853286"/>
                <a:gd name="connsiteX12" fmla="*/ 447288 w 633083"/>
                <a:gd name="connsiteY12" fmla="*/ 309661 h 853286"/>
                <a:gd name="connsiteX13" fmla="*/ 450040 w 633083"/>
                <a:gd name="connsiteY13" fmla="*/ 309661 h 853286"/>
                <a:gd name="connsiteX14" fmla="*/ 450040 w 633083"/>
                <a:gd name="connsiteY14" fmla="*/ 20644 h 853286"/>
                <a:gd name="connsiteX15" fmla="*/ 609688 w 633083"/>
                <a:gd name="connsiteY15" fmla="*/ 20644 h 853286"/>
                <a:gd name="connsiteX16" fmla="*/ 609688 w 633083"/>
                <a:gd name="connsiteY16" fmla="*/ 840901 h 853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3083" h="853286">
                  <a:moveTo>
                    <a:pt x="320671" y="725294"/>
                  </a:moveTo>
                  <a:cubicBezTo>
                    <a:pt x="422515" y="725294"/>
                    <a:pt x="461050" y="639965"/>
                    <a:pt x="461050" y="549131"/>
                  </a:cubicBezTo>
                  <a:cubicBezTo>
                    <a:pt x="461050" y="452793"/>
                    <a:pt x="433525" y="353701"/>
                    <a:pt x="323423" y="353701"/>
                  </a:cubicBezTo>
                  <a:cubicBezTo>
                    <a:pt x="221579" y="353701"/>
                    <a:pt x="188549" y="444535"/>
                    <a:pt x="188549" y="540874"/>
                  </a:cubicBezTo>
                  <a:cubicBezTo>
                    <a:pt x="188549" y="615192"/>
                    <a:pt x="216074" y="725294"/>
                    <a:pt x="320671" y="725294"/>
                  </a:cubicBezTo>
                  <a:moveTo>
                    <a:pt x="612440" y="840901"/>
                  </a:moveTo>
                  <a:lnTo>
                    <a:pt x="455545" y="840901"/>
                  </a:lnTo>
                  <a:lnTo>
                    <a:pt x="455545" y="763829"/>
                  </a:lnTo>
                  <a:lnTo>
                    <a:pt x="452793" y="763829"/>
                  </a:lnTo>
                  <a:cubicBezTo>
                    <a:pt x="414257" y="832643"/>
                    <a:pt x="342691" y="857416"/>
                    <a:pt x="276630" y="857416"/>
                  </a:cubicBezTo>
                  <a:cubicBezTo>
                    <a:pt x="97715" y="857416"/>
                    <a:pt x="20644" y="697769"/>
                    <a:pt x="20644" y="529864"/>
                  </a:cubicBezTo>
                  <a:cubicBezTo>
                    <a:pt x="20644" y="320671"/>
                    <a:pt x="139003" y="216074"/>
                    <a:pt x="271125" y="216074"/>
                  </a:cubicBezTo>
                  <a:cubicBezTo>
                    <a:pt x="372969" y="216074"/>
                    <a:pt x="422515" y="271125"/>
                    <a:pt x="447288" y="309661"/>
                  </a:cubicBezTo>
                  <a:lnTo>
                    <a:pt x="450040" y="309661"/>
                  </a:lnTo>
                  <a:lnTo>
                    <a:pt x="450040" y="20644"/>
                  </a:lnTo>
                  <a:lnTo>
                    <a:pt x="609688" y="20644"/>
                  </a:lnTo>
                  <a:lnTo>
                    <a:pt x="609688" y="8409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573"/>
            </a:p>
          </p:txBody>
        </p:sp>
      </p:grpSp>
    </p:spTree>
    <p:extLst>
      <p:ext uri="{BB962C8B-B14F-4D97-AF65-F5344CB8AC3E}">
        <p14:creationId xmlns:p14="http://schemas.microsoft.com/office/powerpoint/2010/main" val="376878992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1362229-3946-426C-A4C8-50ECBA95FE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9834087"/>
              </p:ext>
            </p:extLst>
          </p:nvPr>
        </p:nvGraphicFramePr>
        <p:xfrm>
          <a:off x="2273" y="3036"/>
          <a:ext cx="2269" cy="3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1362229-3946-426C-A4C8-50ECBA95FE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73" y="3036"/>
                        <a:ext cx="2269" cy="3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8565985-A79B-47B6-9FB1-DB6A0BE33324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7"/>
            <a:ext cx="226881" cy="302997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marL="0" lvl="0" indent="0" algn="l">
              <a:spcAft>
                <a:spcPts val="643"/>
              </a:spcAft>
            </a:pPr>
            <a:endParaRPr lang="en-GB" sz="3430" b="1" i="0" baseline="0">
              <a:solidFill>
                <a:schemeClr val="bg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DC1A31-5068-457A-9EB8-1CE2FB678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07" y="781207"/>
            <a:ext cx="12144158" cy="5874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7C342C6-DD8A-4D98-BFB1-A5765F2D1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1307" y="1438185"/>
            <a:ext cx="12144158" cy="21993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spcAft>
                <a:spcPts val="858"/>
              </a:spcAft>
              <a:defRPr sz="1429">
                <a:solidFill>
                  <a:srgbClr val="7F7F82"/>
                </a:solidFill>
              </a:defRPr>
            </a:lvl1pPr>
            <a:lvl2pPr>
              <a:spcAft>
                <a:spcPts val="858"/>
              </a:spcAft>
              <a:defRPr sz="1429"/>
            </a:lvl2pPr>
            <a:lvl3pPr>
              <a:spcAft>
                <a:spcPts val="858"/>
              </a:spcAft>
              <a:defRPr sz="1429"/>
            </a:lvl3pPr>
            <a:lvl4pPr>
              <a:spcAft>
                <a:spcPts val="858"/>
              </a:spcAft>
              <a:defRPr sz="1429"/>
            </a:lvl4pPr>
            <a:lvl5pPr>
              <a:spcAft>
                <a:spcPts val="858"/>
              </a:spcAft>
              <a:defRPr sz="1429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1579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6726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70DB-197F-46F1-A8A5-5FA081A74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3538" y="1606642"/>
            <a:ext cx="9801225" cy="3417805"/>
          </a:xfrm>
          <a:prstGeom prst="rect">
            <a:avLst/>
          </a:prstGeom>
        </p:spPr>
        <p:txBody>
          <a:bodyPr anchor="b"/>
          <a:lstStyle>
            <a:lvl1pPr algn="ctr">
              <a:defRPr sz="643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0244E-6F06-48E1-B3C0-97164B5F3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3538" y="5156252"/>
            <a:ext cx="9801225" cy="39594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73"/>
            </a:lvl1pPr>
            <a:lvl2pPr marL="490049" indent="0" algn="ctr">
              <a:buNone/>
              <a:defRPr sz="2144"/>
            </a:lvl2pPr>
            <a:lvl3pPr marL="980096" indent="0" algn="ctr">
              <a:buNone/>
              <a:defRPr sz="1929"/>
            </a:lvl3pPr>
            <a:lvl4pPr marL="1470145" indent="0" algn="ctr">
              <a:buNone/>
              <a:defRPr sz="1715"/>
            </a:lvl4pPr>
            <a:lvl5pPr marL="1960193" indent="0" algn="ctr">
              <a:buNone/>
              <a:defRPr sz="1715"/>
            </a:lvl5pPr>
            <a:lvl6pPr marL="2450241" indent="0" algn="ctr">
              <a:buNone/>
              <a:defRPr sz="1715"/>
            </a:lvl6pPr>
            <a:lvl7pPr marL="2940288" indent="0" algn="ctr">
              <a:buNone/>
              <a:defRPr sz="1715"/>
            </a:lvl7pPr>
            <a:lvl8pPr marL="3430337" indent="0" algn="ctr">
              <a:buNone/>
              <a:defRPr sz="1715"/>
            </a:lvl8pPr>
            <a:lvl9pPr marL="3920386" indent="0" algn="ctr">
              <a:buNone/>
              <a:defRPr sz="1715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250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EC7457-CF80-4F4C-9539-B0C98229F0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704" y="2276"/>
          <a:ext cx="1702" cy="2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EC7457-CF80-4F4C-9539-B0C98229F0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4" y="2276"/>
                        <a:ext cx="1702" cy="2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245669" y="5632437"/>
            <a:ext cx="7349190" cy="103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43"/>
              </a:spcAft>
            </a:pPr>
            <a:r>
              <a:rPr lang="en-GB" sz="75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  <a:endParaRPr lang="en-US" sz="75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61307" y="510705"/>
            <a:ext cx="12144158" cy="822409"/>
          </a:xfrm>
        </p:spPr>
        <p:txBody>
          <a:bodyPr vert="horz"/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1117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8CDB5-958E-4EBE-8C05-3F9C84B061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tabLst>
                <a:tab pos="1413462" algn="l"/>
              </a:tabLst>
            </a:pPr>
            <a:r>
              <a:rPr lang="en-GB"/>
              <a:t>Strictly Confidential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DC1A31-5068-457A-9EB8-1CE2FB678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3285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 flipV="1">
            <a:off x="408384" y="1005947"/>
            <a:ext cx="12251532" cy="264"/>
          </a:xfrm>
          <a:prstGeom prst="line">
            <a:avLst/>
          </a:prstGeom>
          <a:ln w="25400">
            <a:solidFill>
              <a:srgbClr val="A6AAA9"/>
            </a:solidFill>
            <a:miter lim="400000"/>
          </a:ln>
        </p:spPr>
        <p:txBody>
          <a:bodyPr lIns="51048" tIns="51048" rIns="51048" bIns="51048" anchor="ctr"/>
          <a:lstStyle/>
          <a:p>
            <a:pPr defTabSz="460176">
              <a:spcBef>
                <a:spcPts val="0"/>
              </a:spcBef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408384" y="1552140"/>
            <a:ext cx="12251532" cy="727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1048" tIns="51048" rIns="51048" bIns="51048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408384" y="2764532"/>
            <a:ext cx="12251532" cy="6138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1048" tIns="51048" rIns="51048" bIns="5104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47618" y="441845"/>
            <a:ext cx="407393" cy="457697"/>
          </a:xfrm>
          <a:prstGeom prst="rect">
            <a:avLst/>
          </a:prstGeom>
          <a:ln w="12700">
            <a:miter lim="400000"/>
          </a:ln>
        </p:spPr>
        <p:txBody>
          <a:bodyPr wrap="none" lIns="51048" tIns="51048" rIns="51048" bIns="51048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sz="2400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63" r:id="rId2"/>
    <p:sldLayoutId id="2147483682" r:id="rId3"/>
  </p:sldLayoutIdLst>
  <p:transition spd="med"/>
  <p:txStyles>
    <p:titleStyle>
      <a:lvl1pPr marL="0" marR="0" indent="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1pPr>
      <a:lvl2pPr marL="0" marR="0" indent="2286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2pPr>
      <a:lvl3pPr marL="0" marR="0" indent="4572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3pPr>
      <a:lvl4pPr marL="0" marR="0" indent="6858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4pPr>
      <a:lvl5pPr marL="0" marR="0" indent="9144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5pPr>
      <a:lvl6pPr marL="0" marR="0" indent="11430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6pPr>
      <a:lvl7pPr marL="0" marR="0" indent="13716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7pPr>
      <a:lvl8pPr marL="0" marR="0" indent="16002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8pPr>
      <a:lvl9pPr marL="0" marR="0" indent="1828800" algn="l" defTabSz="588003" rtl="0" latinLnBrk="0">
        <a:lnSpc>
          <a:spcPct val="80000"/>
        </a:lnSpc>
        <a:spcBef>
          <a:spcPts val="2800"/>
        </a:spcBef>
        <a:spcAft>
          <a:spcPts val="0"/>
        </a:spcAft>
        <a:buClrTx/>
        <a:buSzTx/>
        <a:buFontTx/>
        <a:buNone/>
        <a:tabLst/>
        <a:defRPr sz="6000" b="0" i="0" u="none" strike="noStrike" cap="all" spc="0" baseline="0">
          <a:solidFill>
            <a:schemeClr val="accent1"/>
          </a:solidFill>
          <a:uFillTx/>
          <a:latin typeface="+mn-lt"/>
          <a:ea typeface="+mn-ea"/>
          <a:cs typeface="+mn-cs"/>
          <a:sym typeface="DIN Condensed"/>
        </a:defRPr>
      </a:lvl9pPr>
    </p:titleStyle>
    <p:bodyStyle>
      <a:lvl1pPr marL="4445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1pPr>
      <a:lvl2pPr marL="8890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2pPr>
      <a:lvl3pPr marL="13335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3pPr>
      <a:lvl4pPr marL="17780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4pPr>
      <a:lvl5pPr marL="22225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5pPr>
      <a:lvl6pPr marL="26670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31115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35560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4000500" marR="0" indent="-444500" algn="l" defTabSz="588003" rtl="0" latinLnBrk="0">
        <a:lnSpc>
          <a:spcPct val="100000"/>
        </a:lnSpc>
        <a:spcBef>
          <a:spcPts val="2800"/>
        </a:spcBef>
        <a:spcAft>
          <a:spcPts val="0"/>
        </a:spcAft>
        <a:buClr>
          <a:schemeClr val="accent1">
            <a:satOff val="-4060"/>
          </a:schemeClr>
        </a:buClr>
        <a:buSzPct val="104999"/>
        <a:buFont typeface="Avenir Next"/>
        <a:buChar char="‣"/>
        <a:tabLst/>
        <a:defRPr sz="3400" b="0" i="0" u="none" strike="noStrike" cap="none" spc="0" baseline="0">
          <a:solidFill>
            <a:srgbClr val="83878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1pPr>
      <a:lvl2pPr marL="0" marR="0" indent="2286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2pPr>
      <a:lvl3pPr marL="0" marR="0" indent="4572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3pPr>
      <a:lvl4pPr marL="0" marR="0" indent="6858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4pPr>
      <a:lvl5pPr marL="0" marR="0" indent="9144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5pPr>
      <a:lvl6pPr marL="0" marR="0" indent="11430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6pPr>
      <a:lvl7pPr marL="0" marR="0" indent="13716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7pPr>
      <a:lvl8pPr marL="0" marR="0" indent="16002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8pPr>
      <a:lvl9pPr marL="0" marR="0" indent="1828800" algn="r" defTabSz="588003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DIN Alternat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0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61307" y="510704"/>
            <a:ext cx="12144158" cy="82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27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1309" y="2020992"/>
            <a:ext cx="12145687" cy="51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Heading 1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11843418" y="9128938"/>
            <a:ext cx="763579" cy="24192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lang="en-GB" sz="1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39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2pPr>
            <a:lvl3pPr marL="1219080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3pPr>
            <a:lvl4pPr marL="1828618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4pPr>
            <a:lvl5pPr marL="2438158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5pPr>
            <a:lvl6pPr marL="3047696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6pPr>
            <a:lvl7pPr marL="3657235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7pPr>
            <a:lvl8pPr marL="4266773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8pPr>
            <a:lvl9pPr marL="4876313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9pPr>
          </a:lstStyle>
          <a:p>
            <a:fld id="{C765D33F-A874-457A-8BB6-233806FE7182}" type="slidenum">
              <a:rPr lang="en-GB" sz="1572" smtClean="0">
                <a:solidFill>
                  <a:schemeClr val="accent1"/>
                </a:solidFill>
              </a:rPr>
              <a:pPr/>
              <a:t>‹#›</a:t>
            </a:fld>
            <a:endParaRPr lang="en-GB" sz="1572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12DA87-6564-4220-A5E6-DF04389D5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4791" y="9128939"/>
            <a:ext cx="10283448" cy="24192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lang="en-GB" sz="1572" b="0" dirty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en-GB"/>
              <a:t>Strictly Confidential 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595E345-7284-4667-AC5E-016E8BC22574}"/>
              </a:ext>
            </a:extLst>
          </p:cNvPr>
          <p:cNvSpPr txBox="1">
            <a:spLocks/>
          </p:cNvSpPr>
          <p:nvPr/>
        </p:nvSpPr>
        <p:spPr>
          <a:xfrm>
            <a:off x="461309" y="9128937"/>
            <a:ext cx="1303483" cy="241926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GB" sz="1100" b="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539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2pPr>
            <a:lvl3pPr marL="1219080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3pPr>
            <a:lvl4pPr marL="1828618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4pPr>
            <a:lvl5pPr marL="2438158" algn="l" rtl="0" fontAlgn="base">
              <a:spcBef>
                <a:spcPct val="0"/>
              </a:spcBef>
              <a:spcAft>
                <a:spcPct val="0"/>
              </a:spcAft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5pPr>
            <a:lvl6pPr marL="3047696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6pPr>
            <a:lvl7pPr marL="3657235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7pPr>
            <a:lvl8pPr marL="4266773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8pPr>
            <a:lvl9pPr marL="4876313" algn="l" defTabSz="1219080" rtl="0" eaLnBrk="1" latinLnBrk="0" hangingPunct="1">
              <a:defRPr sz="3700" b="1" kern="1200">
                <a:solidFill>
                  <a:srgbClr val="0079C1"/>
                </a:solidFill>
                <a:latin typeface="Arial" charset="0"/>
                <a:ea typeface="ＭＳ Ｐゴシック" pitchFamily="48" charset="-128"/>
                <a:cs typeface="+mn-cs"/>
              </a:defRPr>
            </a:lvl9pPr>
          </a:lstStyle>
          <a:p>
            <a:pPr>
              <a:tabLst>
                <a:tab pos="1413427" algn="l"/>
              </a:tabLst>
            </a:pPr>
            <a:r>
              <a:rPr lang="en-GB" sz="1572" b="1"/>
              <a:t>National Grid </a:t>
            </a:r>
          </a:p>
        </p:txBody>
      </p:sp>
    </p:spTree>
    <p:extLst>
      <p:ext uri="{BB962C8B-B14F-4D97-AF65-F5344CB8AC3E}">
        <p14:creationId xmlns:p14="http://schemas.microsoft.com/office/powerpoint/2010/main" val="114189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</p:sldLayoutIdLst>
  <p:transition>
    <p:fade/>
  </p:transition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30" b="1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5pPr>
      <a:lvl6pPr marL="489999"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6pPr>
      <a:lvl7pPr marL="980000"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7pPr>
      <a:lvl8pPr marL="1469999"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8pPr>
      <a:lvl9pPr marL="1959999" algn="l" rtl="0" eaLnBrk="1" fontAlgn="base" hangingPunct="1">
        <a:spcBef>
          <a:spcPct val="0"/>
        </a:spcBef>
        <a:spcAft>
          <a:spcPct val="0"/>
        </a:spcAft>
        <a:defRPr sz="3001" b="1">
          <a:solidFill>
            <a:srgbClr val="0079C1"/>
          </a:solidFill>
          <a:latin typeface="Arial" charset="0"/>
          <a:ea typeface="ＭＳ Ｐゴシック" pitchFamily="48" charset="-128"/>
        </a:defRPr>
      </a:lvl9pPr>
    </p:titleStyle>
    <p:bodyStyle>
      <a:lvl1pPr marL="0" indent="0" algn="l" rtl="0" eaLnBrk="1" fontAlgn="base" hangingPunct="1">
        <a:spcBef>
          <a:spcPct val="0"/>
        </a:spcBef>
        <a:spcAft>
          <a:spcPts val="1715"/>
        </a:spcAft>
        <a:buClr>
          <a:schemeClr val="tx1"/>
        </a:buClr>
        <a:buFontTx/>
        <a:buNone/>
        <a:defRPr sz="2573" b="1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spcBef>
          <a:spcPct val="0"/>
        </a:spcBef>
        <a:spcAft>
          <a:spcPts val="1715"/>
        </a:spcAft>
        <a:buClr>
          <a:schemeClr val="tx1"/>
        </a:buClr>
        <a:buFontTx/>
        <a:buNone/>
        <a:defRPr sz="2286">
          <a:solidFill>
            <a:schemeClr val="tx1"/>
          </a:solidFill>
          <a:latin typeface="+mn-lt"/>
          <a:ea typeface="+mn-ea"/>
        </a:defRPr>
      </a:lvl2pPr>
      <a:lvl3pPr marL="385865" indent="-385865" algn="l" rtl="0" eaLnBrk="1" fontAlgn="base" hangingPunct="1">
        <a:spcBef>
          <a:spcPct val="0"/>
        </a:spcBef>
        <a:spcAft>
          <a:spcPts val="1715"/>
        </a:spcAft>
        <a:buClr>
          <a:schemeClr val="accent1"/>
        </a:buClr>
        <a:buFont typeface="Arial" panose="020B0604020202020204" pitchFamily="34" charset="0"/>
        <a:buChar char="•"/>
        <a:defRPr sz="2286">
          <a:solidFill>
            <a:schemeClr val="tx1"/>
          </a:solidFill>
          <a:latin typeface="+mn-lt"/>
          <a:ea typeface="+mn-ea"/>
        </a:defRPr>
      </a:lvl3pPr>
      <a:lvl4pPr marL="771730" indent="-385865" algn="l" rtl="0" eaLnBrk="1" fontAlgn="base" hangingPunct="1">
        <a:spcBef>
          <a:spcPct val="0"/>
        </a:spcBef>
        <a:spcAft>
          <a:spcPts val="1715"/>
        </a:spcAft>
        <a:buClr>
          <a:schemeClr val="accent1"/>
        </a:buClr>
        <a:buFont typeface="Arial" panose="020B0604020202020204" pitchFamily="34" charset="0"/>
        <a:buChar char="-"/>
        <a:defRPr sz="2286">
          <a:solidFill>
            <a:schemeClr val="tx1"/>
          </a:solidFill>
          <a:latin typeface="+mn-lt"/>
          <a:ea typeface="+mn-ea"/>
        </a:defRPr>
      </a:lvl4pPr>
      <a:lvl5pPr marL="1157594" indent="-385865" algn="l" rtl="0" eaLnBrk="1" fontAlgn="base" hangingPunct="1">
        <a:spcBef>
          <a:spcPct val="0"/>
        </a:spcBef>
        <a:spcAft>
          <a:spcPts val="1715"/>
        </a:spcAft>
        <a:buClr>
          <a:schemeClr val="accent1"/>
        </a:buClr>
        <a:buFont typeface="Arial" panose="020B0604020202020204" pitchFamily="34" charset="0"/>
        <a:buChar char="◦"/>
        <a:defRPr sz="2286">
          <a:solidFill>
            <a:schemeClr val="tx1"/>
          </a:solidFill>
          <a:latin typeface="+mn-lt"/>
          <a:ea typeface="+mn-ea"/>
        </a:defRPr>
      </a:lvl5pPr>
      <a:lvl6pPr marL="0" indent="-385865" algn="l" rtl="0" eaLnBrk="1" fontAlgn="base" hangingPunct="1">
        <a:spcBef>
          <a:spcPct val="0"/>
        </a:spcBef>
        <a:spcAft>
          <a:spcPts val="1715"/>
        </a:spcAft>
        <a:buClr>
          <a:schemeClr val="accent1"/>
        </a:buClr>
        <a:buFont typeface="+mj-lt"/>
        <a:buAutoNum type="arabicPeriod"/>
        <a:defRPr sz="2286">
          <a:solidFill>
            <a:schemeClr val="tx1"/>
          </a:solidFill>
          <a:latin typeface="+mn-lt"/>
          <a:ea typeface="+mn-ea"/>
        </a:defRPr>
      </a:lvl6pPr>
      <a:lvl7pPr marL="771730" indent="-385865" algn="l" rtl="0" eaLnBrk="1" fontAlgn="base" hangingPunct="1">
        <a:spcBef>
          <a:spcPct val="0"/>
        </a:spcBef>
        <a:spcAft>
          <a:spcPts val="1715"/>
        </a:spcAft>
        <a:buClr>
          <a:schemeClr val="accent1"/>
        </a:buClr>
        <a:buFont typeface="+mj-lt"/>
        <a:buAutoNum type="alphaLcPeriod"/>
        <a:defRPr sz="2286">
          <a:solidFill>
            <a:schemeClr val="tx1"/>
          </a:solidFill>
          <a:latin typeface="+mn-lt"/>
          <a:ea typeface="+mn-ea"/>
        </a:defRPr>
      </a:lvl7pPr>
      <a:lvl8pPr marL="1157594" indent="-385865" algn="l" rtl="0" eaLnBrk="1" fontAlgn="base" hangingPunct="1">
        <a:spcBef>
          <a:spcPct val="0"/>
        </a:spcBef>
        <a:spcAft>
          <a:spcPts val="1715"/>
        </a:spcAft>
        <a:buClr>
          <a:schemeClr val="accent1"/>
        </a:buClr>
        <a:buFont typeface="+mj-lt"/>
        <a:buAutoNum type="romanLcPeriod"/>
        <a:defRPr sz="2286">
          <a:solidFill>
            <a:schemeClr val="tx1"/>
          </a:solidFill>
          <a:latin typeface="+mn-lt"/>
          <a:ea typeface="+mn-ea"/>
        </a:defRPr>
      </a:lvl8pPr>
      <a:lvl9pPr marL="0" indent="0" algn="l" rtl="0" eaLnBrk="1" fontAlgn="base" hangingPunct="1">
        <a:spcBef>
          <a:spcPct val="0"/>
        </a:spcBef>
        <a:spcAft>
          <a:spcPts val="1715"/>
        </a:spcAft>
        <a:buClr>
          <a:schemeClr val="tx1"/>
        </a:buClr>
        <a:buFontTx/>
        <a:buNone/>
        <a:defRPr sz="3430">
          <a:solidFill>
            <a:schemeClr val="accent1"/>
          </a:solidFill>
          <a:latin typeface="+mn-lt"/>
          <a:ea typeface="+mn-ea"/>
        </a:defRPr>
      </a:lvl9pPr>
    </p:bodyStyle>
    <p:otherStyle>
      <a:defPPr>
        <a:defRPr lang="en-GB"/>
      </a:defPPr>
      <a:lvl1pPr marL="0" indent="0" algn="l" rtl="0" eaLnBrk="1" fontAlgn="base" hangingPunct="1">
        <a:spcBef>
          <a:spcPct val="0"/>
        </a:spcBef>
        <a:spcAft>
          <a:spcPts val="858"/>
        </a:spcAft>
        <a:buClr>
          <a:schemeClr val="tx1"/>
        </a:buClr>
        <a:buFontTx/>
        <a:buNone/>
        <a:defRPr sz="1715" b="1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spcBef>
          <a:spcPct val="0"/>
        </a:spcBef>
        <a:spcAft>
          <a:spcPts val="858"/>
        </a:spcAft>
        <a:buClr>
          <a:schemeClr val="tx1"/>
        </a:buClr>
        <a:buFontTx/>
        <a:buNone/>
        <a:defRPr sz="1715">
          <a:solidFill>
            <a:schemeClr val="tx1"/>
          </a:solidFill>
          <a:latin typeface="+mn-lt"/>
          <a:ea typeface="+mn-ea"/>
        </a:defRPr>
      </a:lvl2pPr>
      <a:lvl3pPr marL="257244" indent="-257244" algn="l" rtl="0" eaLnBrk="1" fontAlgn="base" hangingPunct="1">
        <a:spcBef>
          <a:spcPct val="0"/>
        </a:spcBef>
        <a:spcAft>
          <a:spcPts val="858"/>
        </a:spcAft>
        <a:buClr>
          <a:schemeClr val="accent1"/>
        </a:buClr>
        <a:buFont typeface="Arial" panose="020B0604020202020204" pitchFamily="34" charset="0"/>
        <a:buChar char="•"/>
        <a:defRPr sz="1715">
          <a:solidFill>
            <a:schemeClr val="tx1"/>
          </a:solidFill>
          <a:latin typeface="+mn-lt"/>
          <a:ea typeface="+mn-ea"/>
        </a:defRPr>
      </a:lvl3pPr>
      <a:lvl4pPr marL="514486" indent="-257244" algn="l" rtl="0" eaLnBrk="1" fontAlgn="base" hangingPunct="1">
        <a:spcBef>
          <a:spcPct val="0"/>
        </a:spcBef>
        <a:spcAft>
          <a:spcPts val="858"/>
        </a:spcAft>
        <a:buClr>
          <a:schemeClr val="accent1"/>
        </a:buClr>
        <a:buFont typeface="Arial" panose="020B0604020202020204" pitchFamily="34" charset="0"/>
        <a:buChar char="-"/>
        <a:defRPr sz="1715">
          <a:solidFill>
            <a:schemeClr val="tx1"/>
          </a:solidFill>
          <a:latin typeface="+mn-lt"/>
          <a:ea typeface="+mn-ea"/>
        </a:defRPr>
      </a:lvl4pPr>
      <a:lvl5pPr marL="771730" indent="-257244" algn="l" rtl="0" eaLnBrk="1" fontAlgn="base" hangingPunct="1">
        <a:spcBef>
          <a:spcPct val="0"/>
        </a:spcBef>
        <a:spcAft>
          <a:spcPts val="858"/>
        </a:spcAft>
        <a:buClr>
          <a:schemeClr val="accent1"/>
        </a:buClr>
        <a:buFont typeface="Arial" panose="020B0604020202020204" pitchFamily="34" charset="0"/>
        <a:buChar char="◦"/>
        <a:defRPr sz="1715">
          <a:solidFill>
            <a:schemeClr val="tx1"/>
          </a:solidFill>
          <a:latin typeface="+mn-lt"/>
          <a:ea typeface="+mn-ea"/>
        </a:defRPr>
      </a:lvl5pPr>
      <a:lvl6pPr marL="257244" indent="-257244" algn="l" rtl="0" eaLnBrk="1" fontAlgn="base" hangingPunct="1">
        <a:spcBef>
          <a:spcPct val="0"/>
        </a:spcBef>
        <a:spcAft>
          <a:spcPts val="858"/>
        </a:spcAft>
        <a:buClr>
          <a:schemeClr val="accent1"/>
        </a:buClr>
        <a:buFont typeface="+mj-lt"/>
        <a:buAutoNum type="arabicPeriod"/>
        <a:defRPr sz="1715">
          <a:solidFill>
            <a:schemeClr val="tx1"/>
          </a:solidFill>
          <a:latin typeface="+mn-lt"/>
          <a:ea typeface="+mn-ea"/>
        </a:defRPr>
      </a:lvl6pPr>
      <a:lvl7pPr marL="514486" indent="-257244" algn="l" rtl="0" eaLnBrk="1" fontAlgn="base" hangingPunct="1">
        <a:spcBef>
          <a:spcPct val="0"/>
        </a:spcBef>
        <a:spcAft>
          <a:spcPts val="858"/>
        </a:spcAft>
        <a:buClr>
          <a:schemeClr val="accent1"/>
        </a:buClr>
        <a:buFont typeface="+mj-lt"/>
        <a:buAutoNum type="alphaLcPeriod"/>
        <a:defRPr sz="1715">
          <a:solidFill>
            <a:schemeClr val="tx1"/>
          </a:solidFill>
          <a:latin typeface="+mn-lt"/>
          <a:ea typeface="+mn-ea"/>
        </a:defRPr>
      </a:lvl7pPr>
      <a:lvl8pPr marL="771730" indent="-257244" algn="l" rtl="0" eaLnBrk="1" fontAlgn="base" hangingPunct="1">
        <a:spcBef>
          <a:spcPct val="0"/>
        </a:spcBef>
        <a:spcAft>
          <a:spcPts val="858"/>
        </a:spcAft>
        <a:buClr>
          <a:schemeClr val="accent1"/>
        </a:buClr>
        <a:buFont typeface="+mj-lt"/>
        <a:buAutoNum type="romanLcPeriod"/>
        <a:defRPr sz="1715">
          <a:solidFill>
            <a:schemeClr val="tx1"/>
          </a:solidFill>
          <a:latin typeface="+mn-lt"/>
          <a:ea typeface="+mn-ea"/>
        </a:defRPr>
      </a:lvl8pPr>
      <a:lvl9pPr marL="0" indent="0" algn="l" rtl="0" eaLnBrk="1" fontAlgn="base" hangingPunct="1">
        <a:spcBef>
          <a:spcPct val="0"/>
        </a:spcBef>
        <a:spcAft>
          <a:spcPts val="858"/>
        </a:spcAft>
        <a:buClr>
          <a:schemeClr val="tx1"/>
        </a:buClr>
        <a:buFontTx/>
        <a:buNone/>
        <a:defRPr sz="1715">
          <a:solidFill>
            <a:schemeClr val="accent2"/>
          </a:solidFill>
          <a:latin typeface="+mn-lt"/>
          <a:ea typeface="+mn-ea"/>
        </a:defRPr>
      </a:lvl9pPr>
    </p:otherStyle>
  </p:txStyles>
  <p:extLst>
    <p:ext uri="{27BBF7A9-308A-43DC-89C8-2F10F3537804}">
      <p15:sldGuideLst xmlns:p15="http://schemas.microsoft.com/office/powerpoint/2012/main">
        <p15:guide id="2" pos="2767">
          <p15:clr>
            <a:srgbClr val="F26B43"/>
          </p15:clr>
        </p15:guide>
        <p15:guide id="4" pos="5556">
          <p15:clr>
            <a:srgbClr val="F26B43"/>
          </p15:clr>
        </p15:guide>
        <p15:guide id="6" orient="horz" pos="2845">
          <p15:clr>
            <a:srgbClr val="F26B43"/>
          </p15:clr>
        </p15:guide>
        <p15:guide id="8" pos="204">
          <p15:clr>
            <a:srgbClr val="F26B43"/>
          </p15:clr>
        </p15:guide>
        <p15:guide id="13" pos="2993">
          <p15:clr>
            <a:srgbClr val="F26B43"/>
          </p15:clr>
        </p15:guide>
        <p15:guide id="14" orient="horz" pos="350">
          <p15:clr>
            <a:srgbClr val="F26B43"/>
          </p15:clr>
        </p15:guide>
        <p15:guide id="15" orient="horz" pos="667">
          <p15:clr>
            <a:srgbClr val="F26B43"/>
          </p15:clr>
        </p15:guide>
        <p15:guide id="16" pos="2064">
          <p15:clr>
            <a:srgbClr val="F26B43"/>
          </p15:clr>
        </p15:guide>
        <p15:guide id="17" pos="3923">
          <p15:clr>
            <a:srgbClr val="F26B43"/>
          </p15:clr>
        </p15:guide>
        <p15:guide id="18" pos="3696">
          <p15:clr>
            <a:srgbClr val="F26B43"/>
          </p15:clr>
        </p15:guide>
        <p15:guide id="19" pos="183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A19AA9-82FF-449B-39DD-0140BAF51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000108"/>
              </p:ext>
            </p:extLst>
          </p:nvPr>
        </p:nvGraphicFramePr>
        <p:xfrm>
          <a:off x="100196" y="273259"/>
          <a:ext cx="10240780" cy="995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7530">
                  <a:extLst>
                    <a:ext uri="{9D8B030D-6E8A-4147-A177-3AD203B41FA5}">
                      <a16:colId xmlns:a16="http://schemas.microsoft.com/office/drawing/2014/main" val="4259999179"/>
                    </a:ext>
                  </a:extLst>
                </a:gridCol>
                <a:gridCol w="3894329">
                  <a:extLst>
                    <a:ext uri="{9D8B030D-6E8A-4147-A177-3AD203B41FA5}">
                      <a16:colId xmlns:a16="http://schemas.microsoft.com/office/drawing/2014/main" val="1760395832"/>
                    </a:ext>
                  </a:extLst>
                </a:gridCol>
                <a:gridCol w="4488921">
                  <a:extLst>
                    <a:ext uri="{9D8B030D-6E8A-4147-A177-3AD203B41FA5}">
                      <a16:colId xmlns:a16="http://schemas.microsoft.com/office/drawing/2014/main" val="789539061"/>
                    </a:ext>
                  </a:extLst>
                </a:gridCol>
              </a:tblGrid>
              <a:tr h="318377">
                <a:tc gridSpan="3"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Project Information 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750777"/>
                  </a:ext>
                </a:extLst>
              </a:tr>
              <a:tr h="390157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Report Date 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Project Title 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Project Lead  (Project Manager)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941280"/>
                  </a:ext>
                </a:extLst>
              </a:tr>
              <a:tr h="232475"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30-01 </a:t>
                      </a:r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– 2026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Project PETHUB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 err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Chinelo</a:t>
                      </a:r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</a:t>
                      </a:r>
                      <a:r>
                        <a:rPr lang="en-GB" sz="1600" b="1" dirty="0" err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Nnachetam-Agbo</a:t>
                      </a:r>
                      <a:endParaRPr lang="en-GB" sz="1600" b="1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070375"/>
                  </a:ext>
                </a:extLst>
              </a:tr>
            </a:tbl>
          </a:graphicData>
        </a:graphic>
      </p:graphicFrame>
      <p:pic>
        <p:nvPicPr>
          <p:cNvPr id="6" name="Picture 5" descr="A purple and white logo&#10;&#10;AI-generated content may be incorrect.">
            <a:extLst>
              <a:ext uri="{FF2B5EF4-FFF2-40B4-BE49-F238E27FC236}">
                <a16:creationId xmlns:a16="http://schemas.microsoft.com/office/drawing/2014/main" id="{4CC6D71D-D4E8-E1E5-63BB-AA6FACD9E3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386" y="80791"/>
            <a:ext cx="1608914" cy="148717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accent1">
                  <a:lumMod val="45000"/>
                  <a:lumOff val="55000"/>
                  <a:alpha val="89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bg1"/>
            </a:solidFill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E2F4774-E22E-A962-8DAB-373EB6E3C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740308"/>
              </p:ext>
            </p:extLst>
          </p:nvPr>
        </p:nvGraphicFramePr>
        <p:xfrm>
          <a:off x="100196" y="1391253"/>
          <a:ext cx="11596171" cy="1812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7642">
                  <a:extLst>
                    <a:ext uri="{9D8B030D-6E8A-4147-A177-3AD203B41FA5}">
                      <a16:colId xmlns:a16="http://schemas.microsoft.com/office/drawing/2014/main" val="591488478"/>
                    </a:ext>
                  </a:extLst>
                </a:gridCol>
                <a:gridCol w="1371342">
                  <a:extLst>
                    <a:ext uri="{9D8B030D-6E8A-4147-A177-3AD203B41FA5}">
                      <a16:colId xmlns:a16="http://schemas.microsoft.com/office/drawing/2014/main" val="2813825640"/>
                    </a:ext>
                  </a:extLst>
                </a:gridCol>
                <a:gridCol w="1952786">
                  <a:extLst>
                    <a:ext uri="{9D8B030D-6E8A-4147-A177-3AD203B41FA5}">
                      <a16:colId xmlns:a16="http://schemas.microsoft.com/office/drawing/2014/main" val="3566924303"/>
                    </a:ext>
                  </a:extLst>
                </a:gridCol>
                <a:gridCol w="1033191">
                  <a:extLst>
                    <a:ext uri="{9D8B030D-6E8A-4147-A177-3AD203B41FA5}">
                      <a16:colId xmlns:a16="http://schemas.microsoft.com/office/drawing/2014/main" val="3257631897"/>
                    </a:ext>
                  </a:extLst>
                </a:gridCol>
                <a:gridCol w="2041387">
                  <a:extLst>
                    <a:ext uri="{9D8B030D-6E8A-4147-A177-3AD203B41FA5}">
                      <a16:colId xmlns:a16="http://schemas.microsoft.com/office/drawing/2014/main" val="660952858"/>
                    </a:ext>
                  </a:extLst>
                </a:gridCol>
                <a:gridCol w="1045553">
                  <a:extLst>
                    <a:ext uri="{9D8B030D-6E8A-4147-A177-3AD203B41FA5}">
                      <a16:colId xmlns:a16="http://schemas.microsoft.com/office/drawing/2014/main" val="1987553742"/>
                    </a:ext>
                  </a:extLst>
                </a:gridCol>
                <a:gridCol w="1622948">
                  <a:extLst>
                    <a:ext uri="{9D8B030D-6E8A-4147-A177-3AD203B41FA5}">
                      <a16:colId xmlns:a16="http://schemas.microsoft.com/office/drawing/2014/main" val="446946283"/>
                    </a:ext>
                  </a:extLst>
                </a:gridCol>
                <a:gridCol w="1071322">
                  <a:extLst>
                    <a:ext uri="{9D8B030D-6E8A-4147-A177-3AD203B41FA5}">
                      <a16:colId xmlns:a16="http://schemas.microsoft.com/office/drawing/2014/main" val="2970217915"/>
                    </a:ext>
                  </a:extLst>
                </a:gridCol>
              </a:tblGrid>
              <a:tr h="453152">
                <a:tc gridSpan="4"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Project Timeline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1600" b="1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Project Budget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1600" b="1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503932"/>
                  </a:ext>
                </a:extLst>
              </a:tr>
              <a:tr h="453152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Start date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05-01-2026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Budget 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$8,800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Revised Budget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946685"/>
                  </a:ext>
                </a:extLst>
              </a:tr>
              <a:tr h="453152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End date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13-03-2026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Revised End date 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Forecast 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$7,800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098479"/>
                  </a:ext>
                </a:extLst>
              </a:tr>
              <a:tr h="453152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Tolerance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None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Expenditure to date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$508.87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118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231F85-4EC1-33F3-9E3D-12BC460A3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944566"/>
              </p:ext>
            </p:extLst>
          </p:nvPr>
        </p:nvGraphicFramePr>
        <p:xfrm>
          <a:off x="10409274" y="228599"/>
          <a:ext cx="1254641" cy="1102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641">
                  <a:extLst>
                    <a:ext uri="{9D8B030D-6E8A-4147-A177-3AD203B41FA5}">
                      <a16:colId xmlns:a16="http://schemas.microsoft.com/office/drawing/2014/main" val="4224907416"/>
                    </a:ext>
                  </a:extLst>
                </a:gridCol>
              </a:tblGrid>
              <a:tr h="689785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solidFill>
                            <a:schemeClr val="bg2"/>
                          </a:solidFill>
                        </a:rPr>
                        <a:t>RAG STATUS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204323"/>
                  </a:ext>
                </a:extLst>
              </a:tr>
              <a:tr h="412257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628813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585B017-4DDA-ED99-01E9-38483BC5B566}"/>
              </a:ext>
            </a:extLst>
          </p:cNvPr>
          <p:cNvSpPr/>
          <p:nvPr/>
        </p:nvSpPr>
        <p:spPr>
          <a:xfrm>
            <a:off x="134679" y="3292905"/>
            <a:ext cx="2647507" cy="497047"/>
          </a:xfrm>
          <a:prstGeom prst="rect">
            <a:avLst/>
          </a:prstGeom>
          <a:solidFill>
            <a:srgbClr val="80C8E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1048" tIns="51048" rIns="51048" bIns="51048" numCol="1" spcCol="38100" rtlCol="0" anchor="b">
            <a:spAutoFit/>
          </a:bodyPr>
          <a:lstStyle/>
          <a:p>
            <a:pPr marL="0" marR="0" indent="0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600" b="1" i="0" u="none" strike="noStrik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  <a:sym typeface="DIN Condensed"/>
              </a:rPr>
              <a:t>Project Stage</a:t>
            </a:r>
          </a:p>
          <a:p>
            <a:pPr marL="0" marR="0" indent="0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1" i="0" u="none" strike="noStrik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Segoe UI Symbol" panose="020B0502040204020203" pitchFamily="34" charset="0"/>
              <a:ea typeface="Segoe UI Symbol" panose="020B0502040204020203" pitchFamily="34" charset="0"/>
              <a:cs typeface="+mn-cs"/>
              <a:sym typeface="DIN Condensed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57840996-4787-FCBC-35B2-93BFFBFD3C66}"/>
              </a:ext>
            </a:extLst>
          </p:cNvPr>
          <p:cNvSpPr/>
          <p:nvPr/>
        </p:nvSpPr>
        <p:spPr>
          <a:xfrm>
            <a:off x="2747538" y="3225228"/>
            <a:ext cx="2392326" cy="497047"/>
          </a:xfrm>
          <a:prstGeom prst="chevron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1048" tIns="51048" rIns="51048" bIns="51048" numCol="1" spcCol="38100" rtlCol="0" anchor="ctr">
            <a:spAutoFit/>
          </a:bodyPr>
          <a:lstStyle/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600" b="1" i="0" u="none" strike="noStrik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  <a:sym typeface="DIN Condensed"/>
              </a:rPr>
              <a:t>Initiate</a:t>
            </a:r>
          </a:p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Segoe UI Symbol" panose="020B0502040204020203" pitchFamily="34" charset="0"/>
              <a:ea typeface="Segoe UI Symbol" panose="020B0502040204020203" pitchFamily="34" charset="0"/>
              <a:cs typeface="+mn-cs"/>
              <a:sym typeface="DIN Condensed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0B74CFE2-886E-79DC-9600-03FFCFA46013}"/>
              </a:ext>
            </a:extLst>
          </p:cNvPr>
          <p:cNvSpPr/>
          <p:nvPr/>
        </p:nvSpPr>
        <p:spPr>
          <a:xfrm>
            <a:off x="4951365" y="3218163"/>
            <a:ext cx="2424223" cy="497047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1048" tIns="51048" rIns="51048" bIns="51048" numCol="1" spcCol="38100" rtlCol="0" anchor="b">
            <a:spAutoFit/>
          </a:bodyPr>
          <a:lstStyle/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600" b="1" i="0" u="none" strike="noStrik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  <a:sym typeface="DIN Condensed"/>
              </a:rPr>
              <a:t>Define</a:t>
            </a:r>
          </a:p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Segoe UI Symbol" panose="020B0502040204020203" pitchFamily="34" charset="0"/>
              <a:ea typeface="Segoe UI Symbol" panose="020B0502040204020203" pitchFamily="34" charset="0"/>
              <a:cs typeface="+mn-cs"/>
              <a:sym typeface="DIN Condensed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79EB578B-C786-2943-2B01-41520BE9C7D9}"/>
              </a:ext>
            </a:extLst>
          </p:cNvPr>
          <p:cNvSpPr/>
          <p:nvPr/>
        </p:nvSpPr>
        <p:spPr>
          <a:xfrm>
            <a:off x="7225342" y="3232293"/>
            <a:ext cx="2257646" cy="497047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1048" tIns="51048" rIns="51048" bIns="51048" numCol="1" spcCol="38100" rtlCol="0" anchor="b">
            <a:spAutoFit/>
          </a:bodyPr>
          <a:lstStyle/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600" b="1" i="0" u="none" strike="noStrik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  <a:sym typeface="DIN Condensed"/>
              </a:rPr>
              <a:t>Execute</a:t>
            </a:r>
          </a:p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Segoe UI Symbol" panose="020B0502040204020203" pitchFamily="34" charset="0"/>
              <a:ea typeface="Segoe UI Symbol" panose="020B0502040204020203" pitchFamily="34" charset="0"/>
              <a:cs typeface="+mn-cs"/>
              <a:sym typeface="DIN Condensed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C74E9C00-FBDB-D0EE-7450-43ED1086BC2C}"/>
              </a:ext>
            </a:extLst>
          </p:cNvPr>
          <p:cNvSpPr/>
          <p:nvPr/>
        </p:nvSpPr>
        <p:spPr>
          <a:xfrm>
            <a:off x="9346018" y="3255098"/>
            <a:ext cx="2317897" cy="497047"/>
          </a:xfrm>
          <a:prstGeom prst="chevron">
            <a:avLst/>
          </a:pr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1048" tIns="51048" rIns="51048" bIns="51048" numCol="1" spcCol="38100" rtlCol="0" anchor="ctr">
            <a:spAutoFit/>
          </a:bodyPr>
          <a:lstStyle/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1600" b="1" i="0" u="none" strike="noStrik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  <a:sym typeface="DIN Condensed"/>
              </a:rPr>
              <a:t>Closure</a:t>
            </a:r>
          </a:p>
          <a:p>
            <a:pPr marL="0" marR="0" indent="0" algn="ctr" defTabSz="588003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1" i="0" u="none" strike="noStrik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Segoe UI Symbol" panose="020B0502040204020203" pitchFamily="34" charset="0"/>
              <a:ea typeface="Segoe UI Symbol" panose="020B0502040204020203" pitchFamily="34" charset="0"/>
              <a:cs typeface="+mn-cs"/>
              <a:sym typeface="DIN Condensed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F07F3AA-7981-6AB8-66DF-97D1F494E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878350"/>
              </p:ext>
            </p:extLst>
          </p:nvPr>
        </p:nvGraphicFramePr>
        <p:xfrm>
          <a:off x="134679" y="3976145"/>
          <a:ext cx="11551043" cy="182112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56639">
                  <a:extLst>
                    <a:ext uri="{9D8B030D-6E8A-4147-A177-3AD203B41FA5}">
                      <a16:colId xmlns:a16="http://schemas.microsoft.com/office/drawing/2014/main" val="3977542284"/>
                    </a:ext>
                  </a:extLst>
                </a:gridCol>
                <a:gridCol w="1399879">
                  <a:extLst>
                    <a:ext uri="{9D8B030D-6E8A-4147-A177-3AD203B41FA5}">
                      <a16:colId xmlns:a16="http://schemas.microsoft.com/office/drawing/2014/main" val="1828887392"/>
                    </a:ext>
                  </a:extLst>
                </a:gridCol>
                <a:gridCol w="977876">
                  <a:extLst>
                    <a:ext uri="{9D8B030D-6E8A-4147-A177-3AD203B41FA5}">
                      <a16:colId xmlns:a16="http://schemas.microsoft.com/office/drawing/2014/main" val="1083551722"/>
                    </a:ext>
                  </a:extLst>
                </a:gridCol>
                <a:gridCol w="3786578">
                  <a:extLst>
                    <a:ext uri="{9D8B030D-6E8A-4147-A177-3AD203B41FA5}">
                      <a16:colId xmlns:a16="http://schemas.microsoft.com/office/drawing/2014/main" val="865909929"/>
                    </a:ext>
                  </a:extLst>
                </a:gridCol>
                <a:gridCol w="2730071">
                  <a:extLst>
                    <a:ext uri="{9D8B030D-6E8A-4147-A177-3AD203B41FA5}">
                      <a16:colId xmlns:a16="http://schemas.microsoft.com/office/drawing/2014/main" val="3137027445"/>
                    </a:ext>
                  </a:extLst>
                </a:gridCol>
              </a:tblGrid>
              <a:tr h="376373"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Deliverable/Milestone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Due</a:t>
                      </a:r>
                      <a:r>
                        <a:rPr lang="en-GB" sz="1600" baseline="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 Da</a:t>
                      </a:r>
                      <a:r>
                        <a:rPr lang="en-GB" sz="160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RAG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Summary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Next Steps/ Path to Green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664496"/>
                  </a:ext>
                </a:extLst>
              </a:tr>
              <a:tr h="470146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D- High Level 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30-01-2026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1" dirty="0">
                        <a:solidFill>
                          <a:schemeClr val="bg2"/>
                        </a:solidFill>
                        <a:latin typeface="Segoe UI Symbol"/>
                        <a:ea typeface="Segoe UI Symbo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8003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Work ongoing with BA Team</a:t>
                      </a:r>
                    </a:p>
                    <a:p>
                      <a:pPr algn="l"/>
                      <a:endParaRPr lang="en-GB" sz="1600" b="1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Complete quickly and pass to BSA for sign 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062731"/>
                  </a:ext>
                </a:extLst>
              </a:tr>
              <a:tr h="470146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D- AS IS Process Flow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30-01-2026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1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Work ongoing with BA / HybridTeam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All hands on deck and pass to BSA for sign 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757715"/>
                  </a:ext>
                </a:extLst>
              </a:tr>
              <a:tr h="470146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D – TO BE Process Flow 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   30-01-2026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b="1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8003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Work ongoing with BA / Hybrid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8003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All hands on deck and pass to BSA for sign 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54575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236B576-A378-2856-BC0D-C09752AE0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945821"/>
              </p:ext>
            </p:extLst>
          </p:nvPr>
        </p:nvGraphicFramePr>
        <p:xfrm>
          <a:off x="111861" y="5937073"/>
          <a:ext cx="11552054" cy="2490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36844">
                  <a:extLst>
                    <a:ext uri="{9D8B030D-6E8A-4147-A177-3AD203B41FA5}">
                      <a16:colId xmlns:a16="http://schemas.microsoft.com/office/drawing/2014/main" val="3061840563"/>
                    </a:ext>
                  </a:extLst>
                </a:gridCol>
                <a:gridCol w="6615210">
                  <a:extLst>
                    <a:ext uri="{9D8B030D-6E8A-4147-A177-3AD203B41FA5}">
                      <a16:colId xmlns:a16="http://schemas.microsoft.com/office/drawing/2014/main" val="4059218749"/>
                    </a:ext>
                  </a:extLst>
                </a:gridCol>
              </a:tblGrid>
              <a:tr h="301448">
                <a:tc gridSpan="2"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/>
                          <a:ea typeface="Segoe UI Symbol"/>
                        </a:rPr>
                        <a:t>High &amp; Severe Risks and Issues Escalation 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33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984471"/>
                  </a:ext>
                </a:extLst>
              </a:tr>
              <a:tr h="393482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Risk (R)  Issue (I)</a:t>
                      </a:r>
                    </a:p>
                  </a:txBody>
                  <a:tcPr>
                    <a:solidFill>
                      <a:srgbClr val="71A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Mitigation (M)  Resolution (R)</a:t>
                      </a:r>
                    </a:p>
                  </a:txBody>
                  <a:tcPr>
                    <a:solidFill>
                      <a:srgbClr val="71A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72155"/>
                  </a:ext>
                </a:extLst>
              </a:tr>
              <a:tr h="725025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 -Team Members unavailable thereby delaying execution of allocated tasks.</a:t>
                      </a:r>
                      <a:endParaRPr lang="en-GB" sz="1600" b="0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M -Maintain a resource backup plan and/or identify alternate team members for critical roles. PM engagement and follow up.</a:t>
                      </a:r>
                      <a:endParaRPr lang="en-GB" sz="1600" b="0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61056"/>
                  </a:ext>
                </a:extLst>
              </a:tr>
              <a:tr h="516009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R-Time management may lead to missed deadlines and delayed deliverables.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M -Clarify priorities, assign clear ownership, and monitor progress weekly.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424109"/>
                  </a:ext>
                </a:extLst>
              </a:tr>
              <a:tr h="509674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I-Inexperienced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 –</a:t>
                      </a:r>
                      <a:r>
                        <a:rPr lang="en-GB" sz="24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  <a:sym typeface="DIN Alternate"/>
                        </a:rPr>
                        <a:t> </a:t>
                      </a:r>
                      <a:r>
                        <a:rPr lang="en-GB" sz="1400" b="1" i="0" u="none" strike="noStrike" cap="none" spc="0" baseline="0" dirty="0">
                          <a:solidFill>
                            <a:schemeClr val="bg2"/>
                          </a:solidFill>
                          <a:effectLst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  <a:sym typeface="DIN Alternate"/>
                        </a:rPr>
                        <a:t>PSA Dorcas provide training and feedback during meeting and signposted resources and Templates on TDL and </a:t>
                      </a:r>
                      <a:r>
                        <a:rPr lang="en-GB" sz="1400" b="1" i="0" u="none" strike="noStrike" cap="none" spc="0" baseline="0" dirty="0" err="1">
                          <a:solidFill>
                            <a:schemeClr val="bg2"/>
                          </a:solidFill>
                          <a:effectLst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  <a:sym typeface="DIN Alternate"/>
                        </a:rPr>
                        <a:t>BaseCamp</a:t>
                      </a:r>
                      <a:r>
                        <a:rPr lang="en-GB" sz="1400" b="1" i="0" u="none" strike="noStrike" cap="none" spc="0" baseline="0" dirty="0">
                          <a:solidFill>
                            <a:schemeClr val="bg2"/>
                          </a:solidFill>
                          <a:effectLst/>
                          <a:uFillTx/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  <a:sym typeface="DIN Alternate"/>
                        </a:rPr>
                        <a:t> to assist  Project members.</a:t>
                      </a:r>
                      <a:endParaRPr lang="en-GB" sz="1400" b="1" dirty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46267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8726701-9A74-E988-DCA6-257E0737B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7170"/>
              </p:ext>
            </p:extLst>
          </p:nvPr>
        </p:nvGraphicFramePr>
        <p:xfrm>
          <a:off x="134679" y="8568687"/>
          <a:ext cx="11504548" cy="12636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04548">
                  <a:extLst>
                    <a:ext uri="{9D8B030D-6E8A-4147-A177-3AD203B41FA5}">
                      <a16:colId xmlns:a16="http://schemas.microsoft.com/office/drawing/2014/main" val="474240157"/>
                    </a:ext>
                  </a:extLst>
                </a:gridCol>
              </a:tblGrid>
              <a:tr h="290690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566794"/>
                  </a:ext>
                </a:extLst>
              </a:tr>
              <a:tr h="69425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600" b="1" i="0" u="none" strike="noStrike" cap="none" spc="0" baseline="0" dirty="0">
                          <a:solidFill>
                            <a:schemeClr val="bg2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DIN Alternate"/>
                        </a:rPr>
                        <a:t>1. Programme Office to assist the </a:t>
                      </a:r>
                      <a:r>
                        <a:rPr lang="en-GB" sz="1600" b="1" i="0" u="none" strike="noStrike" cap="none" spc="0" baseline="0" dirty="0" err="1">
                          <a:solidFill>
                            <a:schemeClr val="bg2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DIN Alternate"/>
                        </a:rPr>
                        <a:t>PetHub</a:t>
                      </a:r>
                      <a:r>
                        <a:rPr lang="en-GB" sz="1600" b="1" i="0" u="none" strike="noStrike" cap="none" spc="0" baseline="0" dirty="0">
                          <a:solidFill>
                            <a:schemeClr val="bg2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DIN Alternate"/>
                        </a:rPr>
                        <a:t> Team in chasing other Project members.</a:t>
                      </a:r>
                    </a:p>
                    <a:p>
                      <a:pPr algn="l" rtl="0" fontAlgn="base"/>
                      <a:r>
                        <a:rPr lang="en-GB" sz="1600" b="1" i="0" u="none" strike="noStrike" cap="none" spc="0" baseline="0" dirty="0">
                          <a:solidFill>
                            <a:schemeClr val="bg2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DIN Alternate"/>
                        </a:rPr>
                        <a:t>2. Support from the Programme Office is required to grant access to archived projects, enabling the team to reference previous work for ideas and best practice.</a:t>
                      </a:r>
                    </a:p>
                    <a:p>
                      <a:pPr algn="l"/>
                      <a:br>
                        <a:rPr lang="en-GB" sz="1200" b="1" dirty="0">
                          <a:effectLst/>
                        </a:rPr>
                      </a:br>
                      <a:endParaRPr lang="en-GB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442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23260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Number Placeholder 4"/>
          <p:cNvSpPr txBox="1">
            <a:spLocks noGrp="1"/>
          </p:cNvSpPr>
          <p:nvPr>
            <p:ph type="sldNum" sz="quarter" idx="4294967295"/>
          </p:nvPr>
        </p:nvSpPr>
        <p:spPr>
          <a:xfrm>
            <a:off x="12399450" y="9444739"/>
            <a:ext cx="668851" cy="352636"/>
          </a:xfrm>
          <a:prstGeom prst="rect">
            <a:avLst/>
          </a:prstGeom>
          <a:solidFill>
            <a:srgbClr val="FFFFFF"/>
          </a:solidFill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65341" tIns="65341" rIns="65341" bIns="65341" anchor="ctr"/>
          <a:lstStyle>
            <a:lvl1pPr algn="ctr" defTabSz="654473">
              <a:lnSpc>
                <a:spcPct val="100000"/>
              </a:lnSpc>
              <a:defRPr sz="1600">
                <a:solidFill>
                  <a:srgbClr val="3EB1C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17" name="Agenda">
            <a:extLst>
              <a:ext uri="{FF2B5EF4-FFF2-40B4-BE49-F238E27FC236}">
                <a16:creationId xmlns:a16="http://schemas.microsoft.com/office/drawing/2014/main" id="{5E9218B8-631C-485F-A669-E9598F9DCA01}"/>
              </a:ext>
            </a:extLst>
          </p:cNvPr>
          <p:cNvSpPr txBox="1"/>
          <p:nvPr/>
        </p:nvSpPr>
        <p:spPr>
          <a:xfrm>
            <a:off x="1081070" y="854063"/>
            <a:ext cx="6094645" cy="49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1048" tIns="51048" rIns="51048" bIns="51048" anchor="b">
            <a:spAutoFit/>
          </a:bodyPr>
          <a:lstStyle>
            <a:lvl1pPr defTabSz="460176">
              <a:lnSpc>
                <a:spcPct val="80000"/>
              </a:lnSpc>
              <a:spcBef>
                <a:spcPts val="0"/>
              </a:spcBef>
              <a:defRPr sz="3100" cap="all" spc="15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RAG STATUS DEFINITIONS </a:t>
            </a:r>
            <a:endParaRPr/>
          </a:p>
        </p:txBody>
      </p:sp>
      <p:pic>
        <p:nvPicPr>
          <p:cNvPr id="2" name="Picture 1" descr="A purple and white logo&#10;&#10;AI-generated content may be incorrect.">
            <a:extLst>
              <a:ext uri="{FF2B5EF4-FFF2-40B4-BE49-F238E27FC236}">
                <a16:creationId xmlns:a16="http://schemas.microsoft.com/office/drawing/2014/main" id="{E864AD97-6BAC-8ACE-0807-91EEDC85EB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498" y="201478"/>
            <a:ext cx="2426395" cy="1649501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82AD52A-4247-F6EC-E678-9CA742AD2A8A}"/>
              </a:ext>
            </a:extLst>
          </p:cNvPr>
          <p:cNvGrpSpPr/>
          <p:nvPr/>
        </p:nvGrpSpPr>
        <p:grpSpPr>
          <a:xfrm>
            <a:off x="1043506" y="2143410"/>
            <a:ext cx="10347748" cy="6860552"/>
            <a:chOff x="1043506" y="2143410"/>
            <a:chExt cx="10347748" cy="68605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A5207D9-C17C-4913-845F-4E97C956C676}"/>
                </a:ext>
              </a:extLst>
            </p:cNvPr>
            <p:cNvSpPr/>
            <p:nvPr/>
          </p:nvSpPr>
          <p:spPr>
            <a:xfrm>
              <a:off x="1053886" y="7495968"/>
              <a:ext cx="2206100" cy="1507994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GREEN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60BE0D6-9245-40E2-A63C-28862BD0BB6D}"/>
                </a:ext>
              </a:extLst>
            </p:cNvPr>
            <p:cNvSpPr/>
            <p:nvPr/>
          </p:nvSpPr>
          <p:spPr>
            <a:xfrm>
              <a:off x="3493368" y="7478457"/>
              <a:ext cx="7649913" cy="147900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193BE7-1ACA-4260-88A2-C0372F20E936}"/>
                </a:ext>
              </a:extLst>
            </p:cNvPr>
            <p:cNvSpPr/>
            <p:nvPr/>
          </p:nvSpPr>
          <p:spPr>
            <a:xfrm>
              <a:off x="1046127" y="3976762"/>
              <a:ext cx="2200024" cy="15665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67A79B-B805-4237-8FA6-CBA859514941}"/>
                </a:ext>
              </a:extLst>
            </p:cNvPr>
            <p:cNvSpPr/>
            <p:nvPr/>
          </p:nvSpPr>
          <p:spPr>
            <a:xfrm>
              <a:off x="1061860" y="5732690"/>
              <a:ext cx="2200024" cy="15552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AMBER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7747D3C-B8E8-F876-42B6-8F558FC9C9D5}"/>
                </a:ext>
              </a:extLst>
            </p:cNvPr>
            <p:cNvGrpSpPr/>
            <p:nvPr/>
          </p:nvGrpSpPr>
          <p:grpSpPr>
            <a:xfrm>
              <a:off x="3498784" y="2175006"/>
              <a:ext cx="7683259" cy="1537585"/>
              <a:chOff x="3601862" y="1926732"/>
              <a:chExt cx="7569333" cy="152293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1423D0A-87BF-4632-B13D-F59C871893C5}"/>
                  </a:ext>
                </a:extLst>
              </p:cNvPr>
              <p:cNvSpPr/>
              <p:nvPr/>
            </p:nvSpPr>
            <p:spPr>
              <a:xfrm>
                <a:off x="3601862" y="1926732"/>
                <a:ext cx="7569333" cy="1522935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FA25763-C4AF-4FFC-8E15-5BC9FA0944BB}"/>
                  </a:ext>
                </a:extLst>
              </p:cNvPr>
              <p:cNvSpPr/>
              <p:nvPr/>
            </p:nvSpPr>
            <p:spPr>
              <a:xfrm>
                <a:off x="3884757" y="2026043"/>
                <a:ext cx="6917223" cy="1200329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txBody>
              <a:bodyPr wrap="square">
                <a:spAutoFit/>
              </a:bodyPr>
              <a:lstStyle/>
              <a:p>
                <a:pPr lvl="0" defTabSz="914400" hangingPunct="1">
                  <a:spcBef>
                    <a:spcPts val="0"/>
                  </a:spcBef>
                  <a:defRPr/>
                </a:pPr>
                <a:r>
                  <a:rPr lang="en-GB" sz="2400" kern="1200">
                    <a:solidFill>
                      <a:schemeClr val="tx1"/>
                    </a:solidFill>
                    <a:latin typeface="Calibri"/>
                    <a:ea typeface="+mn-ea"/>
                    <a:cs typeface="+mn-cs"/>
                  </a:rPr>
                  <a:t>Product delivery complete, b</a:t>
                </a:r>
                <a:r>
                  <a:rPr lang="en-GB" sz="2400" kern="1200">
                    <a:solidFill>
                      <a:schemeClr val="tx1"/>
                    </a:solidFill>
                    <a:latin typeface="Calibri"/>
                  </a:rPr>
                  <a:t>enefit realized,</a:t>
                </a:r>
                <a:r>
                  <a:rPr lang="en-GB" sz="2400" kern="1200">
                    <a:solidFill>
                      <a:schemeClr val="tx1"/>
                    </a:solidFill>
                    <a:latin typeface="Calibri"/>
                    <a:ea typeface="+mn-ea"/>
                    <a:cs typeface="+mn-cs"/>
                  </a:rPr>
                  <a:t> client acceptance received, project closure documentation completed.</a:t>
                </a: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518470E-59B4-4285-871F-892E10063382}"/>
                </a:ext>
              </a:extLst>
            </p:cNvPr>
            <p:cNvGrpSpPr/>
            <p:nvPr/>
          </p:nvGrpSpPr>
          <p:grpSpPr>
            <a:xfrm>
              <a:off x="3483046" y="5732691"/>
              <a:ext cx="7908208" cy="1555286"/>
              <a:chOff x="1417898" y="720376"/>
              <a:chExt cx="4216352" cy="126014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5A996D-C05E-4B86-85D8-551724F1C353}"/>
                  </a:ext>
                </a:extLst>
              </p:cNvPr>
              <p:cNvSpPr/>
              <p:nvPr/>
            </p:nvSpPr>
            <p:spPr>
              <a:xfrm>
                <a:off x="1417898" y="720376"/>
                <a:ext cx="4096420" cy="1260140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D48844B-F071-4032-9765-547EEC8E7A83}"/>
                  </a:ext>
                </a:extLst>
              </p:cNvPr>
              <p:cNvSpPr/>
              <p:nvPr/>
            </p:nvSpPr>
            <p:spPr>
              <a:xfrm>
                <a:off x="1517650" y="827756"/>
                <a:ext cx="4116600" cy="981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Off track, I have identified issues which may impact the scope or delivery schedule </a:t>
                </a:r>
                <a:r>
                  <a:rPr lang="en-GB" sz="2400" kern="1200">
                    <a:solidFill>
                      <a:schemeClr val="tx1"/>
                    </a:solidFill>
                    <a:latin typeface="Calibri"/>
                    <a:ea typeface="+mn-ea"/>
                    <a:cs typeface="+mn-cs"/>
                  </a:rPr>
                  <a:t>but have identified actions to mitigate them and these are now in place</a:t>
                </a: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D0BCCF-872D-46FE-8646-DFF4C3EBE5E3}"/>
                </a:ext>
              </a:extLst>
            </p:cNvPr>
            <p:cNvSpPr/>
            <p:nvPr/>
          </p:nvSpPr>
          <p:spPr>
            <a:xfrm>
              <a:off x="3612886" y="7716073"/>
              <a:ext cx="7021334" cy="8389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400" kern="1200">
                  <a:solidFill>
                    <a:schemeClr val="tx1"/>
                  </a:solidFill>
                  <a:latin typeface="Calibri"/>
                  <a:ea typeface="+mn-ea"/>
                  <a:cs typeface="+mn-cs"/>
                </a:rPr>
                <a:t>I am on </a:t>
              </a: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track to meet my agreed scope </a:t>
              </a:r>
              <a:r>
                <a:rPr lang="en-GB" sz="2400" kern="1200">
                  <a:solidFill>
                    <a:schemeClr val="tx1"/>
                  </a:solidFill>
                  <a:latin typeface="Calibri"/>
                  <a:ea typeface="+mn-ea"/>
                  <a:cs typeface="+mn-cs"/>
                </a:rPr>
                <a:t>or </a:t>
              </a:r>
              <a:r>
                <a: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delivery schedule.</a:t>
              </a:r>
              <a:endParaRPr kumimoji="0" lang="en-GB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D2D50F8-C303-DC6F-DE18-8056E611D878}"/>
                </a:ext>
              </a:extLst>
            </p:cNvPr>
            <p:cNvSpPr/>
            <p:nvPr/>
          </p:nvSpPr>
          <p:spPr>
            <a:xfrm>
              <a:off x="1043506" y="2143410"/>
              <a:ext cx="2200024" cy="156657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3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BLUE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F7B079-03E2-CEC9-20E9-AC8FEC6CA824}"/>
                </a:ext>
              </a:extLst>
            </p:cNvPr>
            <p:cNvGrpSpPr/>
            <p:nvPr/>
          </p:nvGrpSpPr>
          <p:grpSpPr>
            <a:xfrm>
              <a:off x="3480429" y="4018793"/>
              <a:ext cx="7683259" cy="1537584"/>
              <a:chOff x="1350798" y="-2606803"/>
              <a:chExt cx="4096418" cy="1131294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FEC43E4-D9C3-4066-BCE2-025BCF64D01E}"/>
                  </a:ext>
                </a:extLst>
              </p:cNvPr>
              <p:cNvSpPr/>
              <p:nvPr/>
            </p:nvSpPr>
            <p:spPr>
              <a:xfrm>
                <a:off x="1350798" y="-2606803"/>
                <a:ext cx="4096418" cy="113129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748179A-3C38-02A9-6F9C-9C675F7BF32F}"/>
                  </a:ext>
                </a:extLst>
              </p:cNvPr>
              <p:cNvSpPr/>
              <p:nvPr/>
            </p:nvSpPr>
            <p:spPr>
              <a:xfrm>
                <a:off x="1512285" y="-2475469"/>
                <a:ext cx="3743505" cy="891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Off track, I am not going to meet the scope, budget or delivery schedule and will be submitting A Change or </a:t>
                </a:r>
                <a:r>
                  <a:rPr lang="en-GB" sz="2400" kern="1200">
                    <a:solidFill>
                      <a:schemeClr val="tx1"/>
                    </a:solidFill>
                    <a:latin typeface="Calibri"/>
                    <a:ea typeface="+mn-ea"/>
                    <a:cs typeface="+mn-cs"/>
                  </a:rPr>
                  <a:t>Exception </a:t>
                </a:r>
                <a:r>
                  <a:rPr kumimoji="0" lang="en-GB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Request for Programme Office approval.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B72147B-7DFA-548A-D7B7-21724D414867}"/>
              </a:ext>
            </a:extLst>
          </p:cNvPr>
          <p:cNvSpPr txBox="1"/>
          <p:nvPr/>
        </p:nvSpPr>
        <p:spPr>
          <a:xfrm rot="19573241">
            <a:off x="2245089" y="4280923"/>
            <a:ext cx="8052393" cy="17650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1048" tIns="51048" rIns="51048" bIns="51048" numCol="1" spcCol="38100" rtlCol="0" anchor="ctr">
            <a:spAutoFit/>
          </a:bodyPr>
          <a:lstStyle/>
          <a:p>
            <a:pPr marL="0" marR="0" indent="0" algn="ctr" defTabSz="588003" rtl="0" fontAlgn="auto" latinLnBrk="0" hangingPunct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8800" b="1">
                <a:solidFill>
                  <a:schemeClr val="bg2">
                    <a:alpha val="11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 </a:t>
            </a:r>
            <a:endParaRPr kumimoji="0" lang="en-US" sz="8800" b="1" i="0" u="none" strike="noStrike" cap="none" spc="0" normalizeH="0" baseline="0">
              <a:ln>
                <a:noFill/>
              </a:ln>
              <a:solidFill>
                <a:schemeClr val="bg2">
                  <a:alpha val="11000"/>
                </a:schemeClr>
              </a:solidFill>
              <a:effectLst/>
              <a:uFillTx/>
              <a:latin typeface="Segoe UI Symbol" panose="020B0502040204020203" pitchFamily="34" charset="0"/>
              <a:ea typeface="Segoe UI Symbol" panose="020B0502040204020203" pitchFamily="34" charset="0"/>
              <a:sym typeface="Avenir Nex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786925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3C41-7589-8F99-8C56-671F09445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Number Placeholder 4">
            <a:extLst>
              <a:ext uri="{FF2B5EF4-FFF2-40B4-BE49-F238E27FC236}">
                <a16:creationId xmlns:a16="http://schemas.microsoft.com/office/drawing/2014/main" id="{2D99FB93-8237-712E-5222-B745DDF54A8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2399450" y="9444739"/>
            <a:ext cx="668851" cy="352636"/>
          </a:xfrm>
          <a:prstGeom prst="rect">
            <a:avLst/>
          </a:prstGeom>
          <a:solidFill>
            <a:srgbClr val="FFFFFF"/>
          </a:solidFill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65341" tIns="65341" rIns="65341" bIns="65341" anchor="ctr"/>
          <a:lstStyle>
            <a:lvl1pPr algn="ctr" defTabSz="654473">
              <a:lnSpc>
                <a:spcPct val="100000"/>
              </a:lnSpc>
              <a:defRPr sz="1600">
                <a:solidFill>
                  <a:srgbClr val="3EB1C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7" name="Agenda">
            <a:extLst>
              <a:ext uri="{FF2B5EF4-FFF2-40B4-BE49-F238E27FC236}">
                <a16:creationId xmlns:a16="http://schemas.microsoft.com/office/drawing/2014/main" id="{0E7AAFFF-2A38-4C37-16AC-1DD9AFEE66AD}"/>
              </a:ext>
            </a:extLst>
          </p:cNvPr>
          <p:cNvSpPr txBox="1"/>
          <p:nvPr/>
        </p:nvSpPr>
        <p:spPr>
          <a:xfrm>
            <a:off x="559120" y="622065"/>
            <a:ext cx="7140579" cy="494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1048" tIns="51048" rIns="51048" bIns="51048" anchor="b">
            <a:spAutoFit/>
          </a:bodyPr>
          <a:lstStyle>
            <a:lvl1pPr defTabSz="460176">
              <a:lnSpc>
                <a:spcPct val="80000"/>
              </a:lnSpc>
              <a:spcBef>
                <a:spcPts val="0"/>
              </a:spcBef>
              <a:defRPr sz="3100" cap="all" spc="155">
                <a:latin typeface="DIN Alternate"/>
                <a:ea typeface="DIN Alternate"/>
                <a:cs typeface="DIN Alternate"/>
                <a:sym typeface="DIN Alternate"/>
              </a:defRPr>
            </a:lvl1pPr>
          </a:lstStyle>
          <a:p>
            <a:r>
              <a:rPr lang="en-US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 REPORT GUIDANCE NOTES</a:t>
            </a:r>
            <a:endParaRPr>
              <a:solidFill>
                <a:schemeClr val="bg2"/>
              </a:solidFill>
            </a:endParaRPr>
          </a:p>
        </p:txBody>
      </p:sp>
      <p:pic>
        <p:nvPicPr>
          <p:cNvPr id="2" name="Picture 1" descr="A purple and white logo&#10;&#10;AI-generated content may be incorrect.">
            <a:extLst>
              <a:ext uri="{FF2B5EF4-FFF2-40B4-BE49-F238E27FC236}">
                <a16:creationId xmlns:a16="http://schemas.microsoft.com/office/drawing/2014/main" id="{6D5B9DB3-7D62-231D-C500-F05683BB77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45" y="201478"/>
            <a:ext cx="2120548" cy="1248631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C325A0-034F-2449-783D-9C33D7860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51016"/>
              </p:ext>
            </p:extLst>
          </p:nvPr>
        </p:nvGraphicFramePr>
        <p:xfrm>
          <a:off x="439046" y="1433836"/>
          <a:ext cx="11877276" cy="7946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2880">
                  <a:extLst>
                    <a:ext uri="{9D8B030D-6E8A-4147-A177-3AD203B41FA5}">
                      <a16:colId xmlns:a16="http://schemas.microsoft.com/office/drawing/2014/main" val="1234636149"/>
                    </a:ext>
                  </a:extLst>
                </a:gridCol>
                <a:gridCol w="9004396">
                  <a:extLst>
                    <a:ext uri="{9D8B030D-6E8A-4147-A177-3AD203B41FA5}">
                      <a16:colId xmlns:a16="http://schemas.microsoft.com/office/drawing/2014/main" val="156355140"/>
                    </a:ext>
                  </a:extLst>
                </a:gridCol>
              </a:tblGrid>
              <a:tr h="1626978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Start/ End date 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Start Date: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Enter the official start date of your project.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End Date: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Enter the planned completion date.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Revised End Date: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complete only if a new date is approved due to an extension.</a:t>
                      </a:r>
                    </a:p>
                    <a:p>
                      <a:pPr marL="285750" marR="0" lvl="0" indent="-285750" algn="l" defTabSz="588003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(If there is no revised end date, write N/A)</a:t>
                      </a:r>
                      <a:endParaRPr lang="en-GB" sz="1800" i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372695"/>
                  </a:ext>
                </a:extLst>
              </a:tr>
              <a:tr h="2023996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Budget</a:t>
                      </a:r>
                    </a:p>
                  </a:txBody>
                  <a:tcPr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Budget: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Enter the budget approved at the initiation stage by the Programme Office.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Revised Budget: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 complete only if additional funding is approved, add it to the initial budget and record the new total. 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(If there is no revised budget, write N/A)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Example: 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If the 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initial budget is £2,000 </a:t>
                      </a:r>
                      <a:r>
                        <a:rPr lang="en-GB" sz="1800" b="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and an additional £500 is approved, the 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revised budget will be £2,500.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71169"/>
                  </a:ext>
                </a:extLst>
              </a:tr>
              <a:tr h="832942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Project stage 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Use 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Tritek’s </a:t>
                      </a:r>
                      <a:r>
                        <a:rPr lang="en-GB" sz="1800" b="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RAG status definitions 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to assign and colour code the status of the current stage of your project. </a:t>
                      </a:r>
                      <a:endParaRPr lang="en-US" sz="1800" b="0" i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  <a:cs typeface="Segoe UI Historic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859229"/>
                  </a:ext>
                </a:extLst>
              </a:tr>
              <a:tr h="1229960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Deliverables / Milestone 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Deliverables/ Milestones </a:t>
                      </a:r>
                      <a:r>
                        <a:rPr lang="en-GB" sz="180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- add </a:t>
                      </a:r>
                      <a:r>
                        <a:rPr lang="en-GB" sz="18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key deliverables/milestone due </a:t>
                      </a:r>
                      <a:r>
                        <a:rPr lang="en-GB" sz="180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in the reporting week.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Summary</a:t>
                      </a:r>
                      <a:r>
                        <a:rPr lang="en-GB" sz="180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- Provide a </a:t>
                      </a:r>
                      <a:r>
                        <a:rPr lang="en-GB" sz="18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summary  of the  progress achieved.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Next Steps - </a:t>
                      </a:r>
                      <a:r>
                        <a:rPr lang="en-GB" sz="1800" b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indicate </a:t>
                      </a:r>
                      <a:r>
                        <a:rPr lang="en-GB" sz="18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the next steps or path to green </a:t>
                      </a:r>
                      <a:endParaRPr lang="en-GB" sz="1800" b="1" i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342569"/>
                  </a:ext>
                </a:extLst>
              </a:tr>
              <a:tr h="2023996"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Risks/Issues</a:t>
                      </a:r>
                    </a:p>
                  </a:txBody>
                  <a:tcPr anchor="ctr">
                    <a:solidFill>
                      <a:srgbClr val="80C8E8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Prefix each 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Risk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with (R) and Mitigation with (M) 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Prefix each 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Issue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with (I) and Resolution with (R)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Mitigation</a:t>
                      </a:r>
                      <a:r>
                        <a:rPr lang="en-GB" sz="180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 is the specific action planned to respond to risk raised. </a:t>
                      </a:r>
                      <a:endParaRPr lang="en-GB" sz="1800" b="0" i="0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+mn-cs"/>
                        </a:rPr>
                        <a:t>R</a:t>
                      </a:r>
                      <a:r>
                        <a:rPr lang="en-GB" sz="1800" b="1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esolution</a:t>
                      </a:r>
                      <a:r>
                        <a:rPr lang="en-GB" sz="1800" b="1" i="1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 </a:t>
                      </a:r>
                      <a:r>
                        <a:rPr lang="en-GB" sz="1800" b="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  <a:cs typeface="Segoe UI Historic" panose="020B0502040204020203" pitchFamily="34" charset="0"/>
                        </a:rPr>
                        <a:t>is t</a:t>
                      </a:r>
                      <a:r>
                        <a:rPr lang="en-GB" sz="1800" b="0" i="0">
                          <a:solidFill>
                            <a:schemeClr val="bg2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he action or decision taken to address an issue raised .</a:t>
                      </a:r>
                      <a:endParaRPr lang="en-US" sz="1800" b="0" i="1">
                        <a:solidFill>
                          <a:schemeClr val="bg2"/>
                        </a:solidFill>
                        <a:latin typeface="Segoe UI Symbol" panose="020B0502040204020203" pitchFamily="34" charset="0"/>
                        <a:ea typeface="Segoe UI Symbol" panose="020B0502040204020203" pitchFamily="34" charset="0"/>
                        <a:cs typeface="Segoe UI Historic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153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95138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A9A7-94C5-5E0A-8303-DA961B8B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11" y="498295"/>
            <a:ext cx="12025424" cy="1295038"/>
          </a:xfrm>
          <a:solidFill>
            <a:srgbClr val="80C8E8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sz="24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PM Support Meeting Terms of Reference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AE8E9D-8312-2C49-0C05-BE58A5C54A90}"/>
              </a:ext>
            </a:extLst>
          </p:cNvPr>
          <p:cNvSpPr/>
          <p:nvPr/>
        </p:nvSpPr>
        <p:spPr bwMode="auto">
          <a:xfrm>
            <a:off x="392700" y="2022765"/>
            <a:ext cx="12006501" cy="87745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ctr" anchorCtr="0" compatLnSpc="1">
            <a:prstTxWarp prst="textNoShape">
              <a:avLst/>
            </a:prstTxWarp>
          </a:bodyPr>
          <a:lstStyle/>
          <a:p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Purpose: </a:t>
            </a:r>
            <a:r>
              <a:rPr lang="en-GB"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primary purpose of the Programme status report meeting is to provide a concise, high-level update on designated projects’ progress, ensuring alignment among team members and stakeholders, facilitating early risk identification, promoting accountability, and serving as a forum to gather support or request decisions.  </a:t>
            </a:r>
          </a:p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E4223-1CE3-9C97-A293-F8D465733949}"/>
              </a:ext>
            </a:extLst>
          </p:cNvPr>
          <p:cNvSpPr/>
          <p:nvPr/>
        </p:nvSpPr>
        <p:spPr bwMode="auto">
          <a:xfrm>
            <a:off x="379996" y="3168073"/>
            <a:ext cx="3975027" cy="324822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Scope</a:t>
            </a:r>
          </a:p>
          <a:p>
            <a:pPr marL="171450" lvl="0" indent="-171450" defTabSz="980145" hangingPunct="1">
              <a:spcBef>
                <a:spcPts val="0"/>
              </a:spcBef>
              <a:spcAft>
                <a:spcPts val="482"/>
              </a:spcAft>
              <a:buFont typeface="Arial" panose="020B0604020202020204" pitchFamily="34" charset="0"/>
              <a:buChar char="•"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Conduct Project Stage Performance Review and Project Health against Project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Timeline,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 Budget,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Assignment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 Forecast and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 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Expenditure to date. </a:t>
            </a:r>
            <a:endParaRPr kumimoji="0" lang="en-GB" sz="120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Review Progress Report on Deliverables &amp; Milestone in line with framework, Next steps &amp; Path to green.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Monitor Team’s adherence to governance process and best practices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Review escalated Risk &amp; Issues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Review other E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scalations to Programme Office.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End of Project Final Report, &amp; Lessons Learned </a:t>
            </a:r>
          </a:p>
          <a:p>
            <a:pPr marL="171450" indent="-171450" defTabSz="980145" hangingPunct="1">
              <a:spcBef>
                <a:spcPts val="0"/>
              </a:spcBef>
              <a:spcAft>
                <a:spcPts val="482"/>
              </a:spcAft>
              <a:buFont typeface="Arial" panose="020B0604020202020204" pitchFamily="34" charset="0"/>
              <a:buChar char="•"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Review Project Quality Assurance for the past two weeks.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7CFC4-D4F1-5255-7F51-ADDB2F0C00F8}"/>
              </a:ext>
            </a:extLst>
          </p:cNvPr>
          <p:cNvSpPr/>
          <p:nvPr/>
        </p:nvSpPr>
        <p:spPr bwMode="auto">
          <a:xfrm>
            <a:off x="371959" y="6659418"/>
            <a:ext cx="4029710" cy="245358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Input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Use of right template &amp; formatting </a:t>
            </a:r>
            <a:endParaRPr kumimoji="0" lang="en-GB" sz="120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Clear, concise presentation by Project Lead or Rep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Introduction to the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 Project Mandate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Project Status Update – </a:t>
            </a: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Overall RAG at current stage, key deliverables &amp; milestone RAG, blockers &amp; next steps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Escalated risk and issues 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New &amp; Existing Escalations pending decisions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Questions</a:t>
            </a:r>
            <a:endParaRPr kumimoji="0" lang="en-GB" sz="120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lang="en-GB" sz="1000" b="1" kern="1200">
              <a:solidFill>
                <a:schemeClr val="bg2"/>
              </a:solidFill>
              <a:latin typeface="Arial"/>
              <a:ea typeface="ＭＳ Ｐゴシック"/>
              <a:cs typeface="Arial"/>
            </a:endParaRP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5B9F7C-5850-7ADA-F9BA-C46EB7FE7888}"/>
              </a:ext>
            </a:extLst>
          </p:cNvPr>
          <p:cNvSpPr/>
          <p:nvPr/>
        </p:nvSpPr>
        <p:spPr bwMode="auto">
          <a:xfrm>
            <a:off x="8835656" y="3195782"/>
            <a:ext cx="3593984" cy="94226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Frequency: </a:t>
            </a: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Fortnightly  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Time: 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8.00pm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Location: 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Tritek’s Zoom  Conference  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EB7AD6-AFE7-61E5-7F39-0C33D7C2E312}"/>
              </a:ext>
            </a:extLst>
          </p:cNvPr>
          <p:cNvSpPr/>
          <p:nvPr/>
        </p:nvSpPr>
        <p:spPr bwMode="auto">
          <a:xfrm>
            <a:off x="8822989" y="4293031"/>
            <a:ext cx="3582114" cy="2104129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Quorate 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Programme Office Facilitators –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Chair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Project Lead or Representative - </a:t>
            </a: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Presenter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Project Support Analyst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Project Team Members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Programme Managers 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 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kumimoji="0" lang="en-GB" sz="192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9115A8-8637-A76B-C6DF-C3A3D70C7D1C}"/>
              </a:ext>
            </a:extLst>
          </p:cNvPr>
          <p:cNvSpPr/>
          <p:nvPr/>
        </p:nvSpPr>
        <p:spPr bwMode="auto">
          <a:xfrm>
            <a:off x="8820917" y="6633275"/>
            <a:ext cx="3582114" cy="245237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Output</a:t>
            </a: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lang="en-GB" sz="1200" b="1" kern="1200">
              <a:solidFill>
                <a:schemeClr val="bg2"/>
              </a:solidFill>
              <a:latin typeface="Arial"/>
              <a:ea typeface="ＭＳ Ｐゴシック"/>
              <a:cs typeface="Arial"/>
            </a:endParaRP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Specific Project Related Actions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Project Plan Update or Change Request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Tailored Guidance 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Reference to prescribed material 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Revised Risk Miti</a:t>
            </a:r>
            <a:r>
              <a:rPr lang="en-GB" sz="1200" kern="1200" err="1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gation</a:t>
            </a: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 Plan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Revised Issue Resolution</a:t>
            </a:r>
          </a:p>
          <a:p>
            <a:pPr marL="171450" marR="0" lvl="0" indent="-17145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Escalations to Programme Office </a:t>
            </a:r>
            <a:r>
              <a:rPr lang="en-GB" sz="12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 </a:t>
            </a: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EFCA16-196E-5851-FFF7-7D2660DE5122}"/>
              </a:ext>
            </a:extLst>
          </p:cNvPr>
          <p:cNvSpPr/>
          <p:nvPr/>
        </p:nvSpPr>
        <p:spPr bwMode="auto">
          <a:xfrm>
            <a:off x="6152827" y="4153547"/>
            <a:ext cx="852407" cy="4029558"/>
          </a:xfrm>
          <a:prstGeom prst="rect">
            <a:avLst/>
          </a:prstGeom>
          <a:solidFill>
            <a:srgbClr val="80C8E8"/>
          </a:solidFill>
          <a:ln w="9525" cap="flat" cmpd="sng" algn="ctr">
            <a:solidFill>
              <a:schemeClr val="bg2">
                <a:lumMod val="90000"/>
                <a:lumOff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endParaRPr kumimoji="0" lang="en-GB" sz="1929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7E1B8-D2BC-CA6E-8DB1-7CA5732A93CD}"/>
              </a:ext>
            </a:extLst>
          </p:cNvPr>
          <p:cNvSpPr/>
          <p:nvPr/>
        </p:nvSpPr>
        <p:spPr bwMode="auto">
          <a:xfrm>
            <a:off x="4552537" y="3186545"/>
            <a:ext cx="4060557" cy="951502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lang="en-GB" sz="14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Board Attendees 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9DAE5F-8B97-A6C1-DA7B-13B011A13BD8}"/>
              </a:ext>
            </a:extLst>
          </p:cNvPr>
          <p:cNvSpPr txBox="1"/>
          <p:nvPr/>
        </p:nvSpPr>
        <p:spPr bwMode="auto">
          <a:xfrm>
            <a:off x="5377474" y="5013587"/>
            <a:ext cx="230961" cy="2225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vert270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80145" hangingPunct="1">
              <a:spcBef>
                <a:spcPts val="0"/>
              </a:spcBef>
              <a:spcAft>
                <a:spcPts val="643"/>
              </a:spcAft>
              <a:buClr>
                <a:srgbClr val="55555A"/>
              </a:buClr>
            </a:pPr>
            <a:r>
              <a:rPr lang="en-GB" sz="1501" b="1">
                <a:solidFill>
                  <a:schemeClr val="bg2"/>
                </a:solidFill>
                <a:latin typeface="Arial"/>
                <a:ea typeface="ＭＳ Ｐゴシック"/>
                <a:cs typeface="+mn-cs"/>
              </a:rPr>
              <a:t>All  Project Teams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2F61DE-48DE-13E1-750C-FEF820544187}"/>
              </a:ext>
            </a:extLst>
          </p:cNvPr>
          <p:cNvSpPr txBox="1"/>
          <p:nvPr/>
        </p:nvSpPr>
        <p:spPr bwMode="auto">
          <a:xfrm>
            <a:off x="7505121" y="5198595"/>
            <a:ext cx="230961" cy="2358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vert270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980145" hangingPunct="1">
              <a:spcBef>
                <a:spcPts val="0"/>
              </a:spcBef>
              <a:spcAft>
                <a:spcPts val="643"/>
              </a:spcAft>
              <a:buClr>
                <a:srgbClr val="55555A"/>
              </a:buClr>
            </a:pPr>
            <a:r>
              <a:rPr lang="en-GB" sz="1501" b="1">
                <a:solidFill>
                  <a:schemeClr val="bg2"/>
                </a:solidFill>
                <a:latin typeface="Arial"/>
                <a:ea typeface="ＭＳ Ｐゴシック"/>
                <a:cs typeface="+mn-cs"/>
              </a:rPr>
              <a:t>Project  Support Analysts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EC38E7-EFBC-7411-57D7-329F935C42C2}"/>
              </a:ext>
            </a:extLst>
          </p:cNvPr>
          <p:cNvSpPr/>
          <p:nvPr/>
        </p:nvSpPr>
        <p:spPr bwMode="auto">
          <a:xfrm>
            <a:off x="4572001" y="8219913"/>
            <a:ext cx="4018586" cy="87408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8006" tIns="49004" rIns="98006" bIns="49004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lang="en-GB" sz="14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PO Facilitators</a:t>
            </a:r>
          </a:p>
          <a:p>
            <a:pPr marL="0" marR="0" lvl="0" indent="0" algn="ctr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lang="en-GB" sz="14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Programme Office Team</a:t>
            </a:r>
          </a:p>
          <a:p>
            <a:pPr marL="0" marR="0" lvl="0" indent="0" algn="ctr" defTabSz="98014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82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ＭＳ Ｐゴシック"/>
                <a:cs typeface="Arial"/>
              </a:rPr>
              <a:t>Programme Manager</a:t>
            </a:r>
            <a:r>
              <a:rPr lang="en-GB" sz="1400" b="1" kern="1200">
                <a:solidFill>
                  <a:schemeClr val="bg2"/>
                </a:solidFill>
                <a:latin typeface="Arial"/>
                <a:ea typeface="ＭＳ Ｐゴシック"/>
                <a:cs typeface="Arial"/>
              </a:rPr>
              <a:t>s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593952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pVj8Jing6ZGDuX.Reu1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New_Template7">
  <a:themeElements>
    <a:clrScheme name="New_Template7">
      <a:dk1>
        <a:srgbClr val="FFFFFF"/>
      </a:dk1>
      <a:lt1>
        <a:srgbClr val="838787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1048" tIns="51048" rIns="51048" bIns="51048" numCol="1" spcCol="38100" rtlCol="0" anchor="ctr">
        <a:spAutoFit/>
      </a:bodyPr>
      <a:lstStyle>
        <a:defPPr marL="0" marR="0" indent="0" algn="ctr" defTabSz="588003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1048" tIns="51048" rIns="51048" bIns="51048" numCol="1" spcCol="38100" rtlCol="0" anchor="ctr">
        <a:spAutoFit/>
      </a:bodyPr>
      <a:lstStyle>
        <a:defPPr marL="0" marR="0" indent="0" algn="l" defTabSz="588003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Nationalgrid 22">
  <a:themeElements>
    <a:clrScheme name="Custom 8">
      <a:dk1>
        <a:srgbClr val="55555A"/>
      </a:dk1>
      <a:lt1>
        <a:srgbClr val="FFFFFF"/>
      </a:lt1>
      <a:dk2>
        <a:srgbClr val="808083"/>
      </a:dk2>
      <a:lt2>
        <a:srgbClr val="AAAAAC"/>
      </a:lt2>
      <a:accent1>
        <a:srgbClr val="00148C"/>
      </a:accent1>
      <a:accent2>
        <a:srgbClr val="00BEB4"/>
      </a:accent2>
      <a:accent3>
        <a:srgbClr val="FA4616"/>
      </a:accent3>
      <a:accent4>
        <a:srgbClr val="500A78"/>
      </a:accent4>
      <a:accent5>
        <a:srgbClr val="C800A1"/>
      </a:accent5>
      <a:accent6>
        <a:srgbClr val="FFB45A"/>
      </a:accent6>
      <a:hlink>
        <a:srgbClr val="0563C1"/>
      </a:hlink>
      <a:folHlink>
        <a:srgbClr val="954F72"/>
      </a:folHlink>
    </a:clrScheme>
    <a:fontScheme name="NG Photo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34" tIns="45718" rIns="91434" bIns="45718" numCol="1" rtlCol="0" anchor="t" anchorCtr="0" compatLnSpc="1">
        <a:prstTxWarp prst="textNoShape">
          <a:avLst/>
        </a:prstTxWarp>
      </a:bodyPr>
      <a:lstStyle>
        <a:defPPr algn="l">
          <a:spcAft>
            <a:spcPts val="450"/>
          </a:spcAft>
          <a:defRPr sz="1800" dirty="0" err="1">
            <a:solidFill>
              <a:schemeClr val="bg1"/>
            </a:solidFill>
            <a:latin typeface="+mn-lt"/>
            <a:cs typeface="Arial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79C1"/>
            </a:solidFill>
            <a:effectLst/>
            <a:latin typeface="Arial" charset="0"/>
            <a:ea typeface="ＭＳ Ｐゴシック" pitchFamily="48" charset="-128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algn="l">
          <a:spcAft>
            <a:spcPts val="600"/>
          </a:spcAft>
          <a:buClr>
            <a:schemeClr val="tx1"/>
          </a:buClr>
          <a:defRPr sz="1800" b="0" kern="0" dirty="0" err="1" smtClean="0">
            <a:solidFill>
              <a:schemeClr val="tx1"/>
            </a:solidFill>
            <a:latin typeface="+mn-lt"/>
            <a:ea typeface="+mn-ea"/>
          </a:defRPr>
        </a:defPPr>
      </a:lstStyle>
    </a:txDef>
  </a:objectDefaults>
  <a:extraClrSchemeLst>
    <a:extraClrScheme>
      <a:clrScheme name="NG Phot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AED9"/>
        </a:accent1>
        <a:accent2>
          <a:srgbClr val="52DA3F"/>
        </a:accent2>
        <a:accent3>
          <a:srgbClr val="FFFFFF"/>
        </a:accent3>
        <a:accent4>
          <a:srgbClr val="000000"/>
        </a:accent4>
        <a:accent5>
          <a:srgbClr val="AAD3E9"/>
        </a:accent5>
        <a:accent6>
          <a:srgbClr val="49C538"/>
        </a:accent6>
        <a:hlink>
          <a:srgbClr val="FF7800"/>
        </a:hlink>
        <a:folHlink>
          <a:srgbClr val="00B09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Core Blue">
      <a:srgbClr val="00148C"/>
    </a:custClr>
    <a:custClr name="Light Blue">
      <a:srgbClr val="00AFF0"/>
    </a:custClr>
    <a:custClr name="Green">
      <a:srgbClr val="3CE12D"/>
    </a:custClr>
    <a:custClr name="Red">
      <a:srgbClr val="F53C32"/>
    </a:custClr>
    <a:custClr name="Yellow">
      <a:srgbClr val="FADC00"/>
    </a:custClr>
    <a:custClr name="Dark grey">
      <a:srgbClr val="55555A"/>
    </a:custClr>
    <a:custClr name="Blue">
      <a:srgbClr val="009DDC"/>
    </a:custClr>
    <a:custClr name="Teal">
      <a:srgbClr val="00BEB4"/>
    </a:custClr>
    <a:custClr name="Purple">
      <a:srgbClr val="500A78"/>
    </a:custClr>
    <a:custClr name="Magenta">
      <a:srgbClr val="C800A1"/>
    </a:custClr>
    <a:custClr name="Lilac">
      <a:srgbClr val="AF96DC"/>
    </a:custClr>
    <a:custClr name="Orange">
      <a:srgbClr val="FA4616"/>
    </a:custClr>
    <a:custClr name="Mid Blue">
      <a:srgbClr val="0073CD"/>
    </a:custClr>
    <a:custClr name="Soft orange">
      <a:srgbClr val="FFB45A"/>
    </a:custClr>
    <a:custClr name="Mid green">
      <a:srgbClr val="78A22F"/>
    </a:custClr>
  </a:custClrLst>
  <a:extLst>
    <a:ext uri="{05A4C25C-085E-4340-85A3-A5531E510DB2}">
      <thm15:themeFamily xmlns:thm15="http://schemas.microsoft.com/office/thememl/2012/main" name="Nationalgrid 22" id="{30950678-19CB-4466-8AD7-BB2630643C1A}" vid="{65D5E14D-00B4-48F4-95E5-FEED2506FCB6}"/>
    </a:ext>
  </a:extLst>
</a:theme>
</file>

<file path=ppt/theme/theme3.xml><?xml version="1.0" encoding="utf-8"?>
<a:theme xmlns:a="http://schemas.openxmlformats.org/drawingml/2006/main" name="New_Template7">
  <a:themeElements>
    <a:clrScheme name="New_Template7">
      <a:dk1>
        <a:srgbClr val="000000"/>
      </a:dk1>
      <a:lt1>
        <a:srgbClr val="FFFFFF"/>
      </a:lt1>
      <a:dk2>
        <a:srgbClr val="222222"/>
      </a:dk2>
      <a:lt2>
        <a:srgbClr val="A6AAA9"/>
      </a:lt2>
      <a:accent1>
        <a:srgbClr val="34A5DA"/>
      </a:accent1>
      <a:accent2>
        <a:srgbClr val="3F969A"/>
      </a:accent2>
      <a:accent3>
        <a:srgbClr val="8ABE5E"/>
      </a:accent3>
      <a:accent4>
        <a:srgbClr val="FDCB56"/>
      </a:accent4>
      <a:accent5>
        <a:srgbClr val="E42832"/>
      </a:accent5>
      <a:accent6>
        <a:srgbClr val="C52060"/>
      </a:accent6>
      <a:hlink>
        <a:srgbClr val="0000FF"/>
      </a:hlink>
      <a:folHlink>
        <a:srgbClr val="FF00FF"/>
      </a:folHlink>
    </a:clrScheme>
    <a:fontScheme name="New_Template7">
      <a:majorFont>
        <a:latin typeface="DIN Condensed"/>
        <a:ea typeface="DIN Condensed"/>
        <a:cs typeface="DIN Condensed"/>
      </a:majorFont>
      <a:minorFont>
        <a:latin typeface="DIN Condensed"/>
        <a:ea typeface="DIN Condensed"/>
        <a:cs typeface="DIN Condensed"/>
      </a:minorFont>
    </a:fontScheme>
    <a:fmtScheme name="New_Templat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1048" tIns="51048" rIns="51048" bIns="51048" numCol="1" spcCol="38100" rtlCol="0" anchor="ctr">
        <a:spAutoFit/>
      </a:bodyPr>
      <a:lstStyle>
        <a:defPPr marL="0" marR="0" indent="0" algn="ctr" defTabSz="588003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all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DIN Condense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1048" tIns="51048" rIns="51048" bIns="51048" numCol="1" spcCol="38100" rtlCol="0" anchor="ctr">
        <a:spAutoFit/>
      </a:bodyPr>
      <a:lstStyle>
        <a:defPPr marL="0" marR="0" indent="0" algn="l" defTabSz="588003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838787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DDDC23C2AB194EAAAE8383E304DDAF" ma:contentTypeVersion="11" ma:contentTypeDescription="Create a new document." ma:contentTypeScope="" ma:versionID="57ec113f2f790edddd82e0e523426526">
  <xsd:schema xmlns:xsd="http://www.w3.org/2001/XMLSchema" xmlns:xs="http://www.w3.org/2001/XMLSchema" xmlns:p="http://schemas.microsoft.com/office/2006/metadata/properties" xmlns:ns2="7fe185f5-4cb8-4af6-a63b-a28e8341a1fb" xmlns:ns3="cd866a1a-9eed-4da0-a8c3-ffb41c7ad377" targetNamespace="http://schemas.microsoft.com/office/2006/metadata/properties" ma:root="true" ma:fieldsID="eeee54c9e3730a3dc94f771ae2ecb35d" ns2:_="" ns3:_="">
    <xsd:import namespace="7fe185f5-4cb8-4af6-a63b-a28e8341a1fb"/>
    <xsd:import namespace="cd866a1a-9eed-4da0-a8c3-ffb41c7ad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185f5-4cb8-4af6-a63b-a28e8341a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866a1a-9eed-4da0-a8c3-ffb41c7ad3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cd866a1a-9eed-4da0-a8c3-ffb41c7ad377">
      <UserInfo>
        <DisplayName>SharingLinks.3d4d239e-a789-4162-866e-779a2ac160bc.OrganizationEdit.f2d85400-7c2e-44d2-aeab-07f64a9e970f</DisplayName>
        <AccountId>16</AccountId>
        <AccountType/>
      </UserInfo>
      <UserInfo>
        <DisplayName>James Thomas</DisplayName>
        <AccountId>23</AccountId>
        <AccountType/>
      </UserInfo>
      <UserInfo>
        <DisplayName>Marius Bruma</DisplayName>
        <AccountId>24</AccountId>
        <AccountType/>
      </UserInfo>
      <UserInfo>
        <DisplayName>Mariana Almeida</DisplayName>
        <AccountId>17</AccountId>
        <AccountType/>
      </UserInfo>
      <UserInfo>
        <DisplayName>Sara Spencer</DisplayName>
        <AccountId>10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5A3D0AF-8A49-4721-8D74-92BB93B6CC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096C9FD-6233-4784-9D41-39A7E96A9B8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fe185f5-4cb8-4af6-a63b-a28e8341a1fb"/>
    <ds:schemaRef ds:uri="cd866a1a-9eed-4da0-a8c3-ffb41c7ad37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B14CEB-BDA8-4F4D-8B81-7CA798FA7279}">
  <ds:schemaRefs>
    <ds:schemaRef ds:uri="http://schemas.microsoft.com/office/2006/metadata/properties"/>
    <ds:schemaRef ds:uri="http://www.w3.org/2000/xmlns/"/>
    <ds:schemaRef ds:uri="cd866a1a-9eed-4da0-a8c3-ffb41c7ad377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918</Words>
  <Application>Microsoft Office PowerPoint</Application>
  <PresentationFormat>Custom</PresentationFormat>
  <Paragraphs>141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Arial</vt:lpstr>
      <vt:lpstr>Avenir Next</vt:lpstr>
      <vt:lpstr>Avenir Next Medium</vt:lpstr>
      <vt:lpstr>Calibri</vt:lpstr>
      <vt:lpstr>Calibri Light</vt:lpstr>
      <vt:lpstr>DIN Alternate</vt:lpstr>
      <vt:lpstr>DIN Condensed</vt:lpstr>
      <vt:lpstr>Helvetica</vt:lpstr>
      <vt:lpstr>Helvetica Neue</vt:lpstr>
      <vt:lpstr>Segoe UI Symbol</vt:lpstr>
      <vt:lpstr>New_Template7</vt:lpstr>
      <vt:lpstr>3_Nationalgrid 22</vt:lpstr>
      <vt:lpstr>think-cell Slide</vt:lpstr>
      <vt:lpstr>PowerPoint Presentation</vt:lpstr>
      <vt:lpstr>PowerPoint Presentation</vt:lpstr>
      <vt:lpstr>PowerPoint Presentation</vt:lpstr>
      <vt:lpstr>PM Support Meeting Terms of 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Hextransforma Healthcare</dc:title>
  <dc:creator>Sara Spencer</dc:creator>
  <cp:lastModifiedBy>user</cp:lastModifiedBy>
  <cp:revision>17</cp:revision>
  <dcterms:modified xsi:type="dcterms:W3CDTF">2026-01-28T12:03:13Z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0x01010054DDDC23C2AB194EAAAE8383E304DDAF</vt:lpwstr>
  </property>
</Properties>
</file>