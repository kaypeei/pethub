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78" r:id="rId4"/>
    <p:sldId id="274" r:id="rId5"/>
    <p:sldId id="281" r:id="rId6"/>
    <p:sldId id="282" r:id="rId7"/>
    <p:sldId id="283" r:id="rId8"/>
    <p:sldId id="27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4" autoAdjust="0"/>
    <p:restoredTop sz="94660"/>
  </p:normalViewPr>
  <p:slideViewPr>
    <p:cSldViewPr snapToGrid="0">
      <p:cViewPr>
        <p:scale>
          <a:sx n="97" d="100"/>
          <a:sy n="97" d="100"/>
        </p:scale>
        <p:origin x="693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4E4F75-0FBB-4B42-AE2A-425D785B5E25}" type="doc">
      <dgm:prSet loTypeId="urn:microsoft.com/office/officeart/2008/layout/RadialCluster" loCatId="cycl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DDBF50E7-8F2B-4845-B4CF-2ED864FD37D2}">
      <dgm:prSet phldrT="[Text]" phldr="1" custT="1"/>
      <dgm:spPr/>
      <dgm:t>
        <a:bodyPr/>
        <a:lstStyle/>
        <a:p>
          <a:endParaRPr lang="en-GB" sz="1800">
            <a:latin typeface="+mn-lt"/>
          </a:endParaRPr>
        </a:p>
      </dgm:t>
    </dgm:pt>
    <dgm:pt modelId="{D0090E6C-ECDA-487F-AA5C-DC055263CFDD}" type="parTrans" cxnId="{12B0FE54-FA32-4258-9781-40FB9CE6ABD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993C7165-44DD-477D-8A43-B0D37204F2C9}" type="sibTrans" cxnId="{12B0FE54-FA32-4258-9781-40FB9CE6ABD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7C80F794-8EFC-45F1-AFF2-844E8E5C19D6}">
      <dgm:prSet phldrT="[Text]" phldr="1" custT="1"/>
      <dgm:spPr/>
      <dgm:t>
        <a:bodyPr/>
        <a:lstStyle/>
        <a:p>
          <a:endParaRPr lang="en-GB" sz="1800" dirty="0">
            <a:latin typeface="+mn-lt"/>
          </a:endParaRPr>
        </a:p>
      </dgm:t>
    </dgm:pt>
    <dgm:pt modelId="{BD8D836A-8963-4845-8CE0-D5822273F7CB}" type="parTrans" cxnId="{F87F3E66-4F49-46AB-A03A-606017F8CFB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DA1FDB35-641A-497D-8E83-3C418C22A928}" type="sibTrans" cxnId="{F87F3E66-4F49-46AB-A03A-606017F8CFB8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12488BB3-0D80-41E3-8556-C1224830A0EF}">
      <dgm:prSet phldrT="[Text]" phldr="1" custT="1"/>
      <dgm:spPr/>
      <dgm:t>
        <a:bodyPr/>
        <a:lstStyle/>
        <a:p>
          <a:endParaRPr lang="en-GB" sz="1800">
            <a:latin typeface="+mn-lt"/>
          </a:endParaRPr>
        </a:p>
      </dgm:t>
    </dgm:pt>
    <dgm:pt modelId="{F459635C-31C1-446F-B5E1-A5CFC654452C}" type="parTrans" cxnId="{FEB5C541-59A3-4EF6-913B-FC8DC4877076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22946609-2356-425F-BD3C-AF0205BD3205}" type="sibTrans" cxnId="{FEB5C541-59A3-4EF6-913B-FC8DC4877076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454C5343-2C09-48B8-987E-F705199280A2}">
      <dgm:prSet phldrT="[Text]" phldr="1" custT="1"/>
      <dgm:spPr/>
      <dgm:t>
        <a:bodyPr/>
        <a:lstStyle/>
        <a:p>
          <a:endParaRPr lang="en-GB" sz="1800">
            <a:latin typeface="+mn-lt"/>
          </a:endParaRPr>
        </a:p>
      </dgm:t>
    </dgm:pt>
    <dgm:pt modelId="{9E37F045-4333-412B-AFB4-C5985CA3B185}" type="parTrans" cxnId="{8E2D482C-99E2-451E-8527-B24887C42511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61E7B78B-5321-4001-B389-3F04FFD80132}" type="sibTrans" cxnId="{8E2D482C-99E2-451E-8527-B24887C42511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3D691E04-9678-4F3B-8D67-10D2789AB857}">
      <dgm:prSet custT="1"/>
      <dgm:spPr/>
      <dgm:t>
        <a:bodyPr/>
        <a:lstStyle/>
        <a:p>
          <a:r>
            <a:rPr lang="en-GB" sz="1800" dirty="0">
              <a:latin typeface="+mn-lt"/>
            </a:rPr>
            <a:t>Text</a:t>
          </a:r>
        </a:p>
      </dgm:t>
    </dgm:pt>
    <dgm:pt modelId="{538308BB-388F-4F80-BC88-D5E0CC600801}" type="parTrans" cxnId="{CBF79B9E-2480-4CA1-ABE8-7CE06B1507CB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CB43A188-E16E-44C1-B492-144F0875C6A0}" type="sibTrans" cxnId="{CBF79B9E-2480-4CA1-ABE8-7CE06B1507CB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ABCB00D9-D5EB-4FA9-AC07-0100A516D99E}">
      <dgm:prSet custT="1"/>
      <dgm:spPr/>
      <dgm:t>
        <a:bodyPr/>
        <a:lstStyle/>
        <a:p>
          <a:r>
            <a:rPr lang="en-GB" sz="1800" dirty="0">
              <a:latin typeface="+mn-lt"/>
            </a:rPr>
            <a:t>Text</a:t>
          </a:r>
        </a:p>
      </dgm:t>
    </dgm:pt>
    <dgm:pt modelId="{42CEEC0A-AD4A-443C-9BF0-4BCC2F974A9D}" type="parTrans" cxnId="{A6667A07-81AC-4F0E-BA14-ECE0D3A5FB12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154A35C2-0487-4020-855E-578C3DEA43EF}" type="sibTrans" cxnId="{A6667A07-81AC-4F0E-BA14-ECE0D3A5FB12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AF9D71C6-F3F8-4EE4-8C78-B13A3AAAB0E8}">
      <dgm:prSet custT="1"/>
      <dgm:spPr/>
      <dgm:t>
        <a:bodyPr/>
        <a:lstStyle/>
        <a:p>
          <a:r>
            <a:rPr lang="en-GB" sz="1800" dirty="0">
              <a:latin typeface="+mn-lt"/>
            </a:rPr>
            <a:t>Text</a:t>
          </a:r>
        </a:p>
      </dgm:t>
    </dgm:pt>
    <dgm:pt modelId="{084621F8-B957-4D47-9BB1-CC1E0237FD08}" type="parTrans" cxnId="{4509940C-561A-4319-9690-BC011C19A2EF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818938F6-CABC-4B05-B582-2E9A2FDF9071}" type="sibTrans" cxnId="{4509940C-561A-4319-9690-BC011C19A2EF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02D47E09-BA6B-4FC2-805D-7D0851048DA6}">
      <dgm:prSet custT="1"/>
      <dgm:spPr/>
      <dgm:t>
        <a:bodyPr/>
        <a:lstStyle/>
        <a:p>
          <a:r>
            <a:rPr lang="en-GB" sz="1800" dirty="0">
              <a:latin typeface="+mn-lt"/>
            </a:rPr>
            <a:t>Text</a:t>
          </a:r>
        </a:p>
      </dgm:t>
    </dgm:pt>
    <dgm:pt modelId="{DC7CA31A-1E8A-4E06-A464-0B17CEF8B8A6}" type="parTrans" cxnId="{D487DBAF-3472-403D-AC6D-8F5C058F9900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2C851EB5-3600-444F-ACAB-31EEAA49B913}" type="sibTrans" cxnId="{D487DBAF-3472-403D-AC6D-8F5C058F9900}">
      <dgm:prSet/>
      <dgm:spPr/>
      <dgm:t>
        <a:bodyPr/>
        <a:lstStyle/>
        <a:p>
          <a:endParaRPr lang="en-GB" sz="1800">
            <a:latin typeface="+mn-lt"/>
          </a:endParaRPr>
        </a:p>
      </dgm:t>
    </dgm:pt>
    <dgm:pt modelId="{82C7472A-A5DD-42BC-A6A5-95FCCE513FC0}" type="pres">
      <dgm:prSet presAssocID="{0E4E4F75-0FBB-4B42-AE2A-425D785B5E2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64099900-B9EB-474D-BD95-567AB61DF8C4}" type="pres">
      <dgm:prSet presAssocID="{DDBF50E7-8F2B-4845-B4CF-2ED864FD37D2}" presName="singleCycle" presStyleCnt="0"/>
      <dgm:spPr/>
    </dgm:pt>
    <dgm:pt modelId="{A2DBBDAF-992D-4018-89CD-31982D1830A8}" type="pres">
      <dgm:prSet presAssocID="{DDBF50E7-8F2B-4845-B4CF-2ED864FD37D2}" presName="singleCenter" presStyleLbl="node1" presStyleIdx="0" presStyleCnt="8">
        <dgm:presLayoutVars>
          <dgm:chMax val="7"/>
          <dgm:chPref val="7"/>
        </dgm:presLayoutVars>
      </dgm:prSet>
      <dgm:spPr/>
    </dgm:pt>
    <dgm:pt modelId="{D767BB44-50DD-41F5-8184-18BB65B60943}" type="pres">
      <dgm:prSet presAssocID="{BD8D836A-8963-4845-8CE0-D5822273F7CB}" presName="Name56" presStyleLbl="parChTrans1D2" presStyleIdx="0" presStyleCnt="7"/>
      <dgm:spPr/>
    </dgm:pt>
    <dgm:pt modelId="{2512408B-4E38-45F8-8C42-7CDE3C4FF768}" type="pres">
      <dgm:prSet presAssocID="{7C80F794-8EFC-45F1-AFF2-844E8E5C19D6}" presName="text0" presStyleLbl="node1" presStyleIdx="1" presStyleCnt="8">
        <dgm:presLayoutVars>
          <dgm:bulletEnabled val="1"/>
        </dgm:presLayoutVars>
      </dgm:prSet>
      <dgm:spPr/>
    </dgm:pt>
    <dgm:pt modelId="{B59915D5-6FA3-4352-BD30-55EA4141CCFE}" type="pres">
      <dgm:prSet presAssocID="{F459635C-31C1-446F-B5E1-A5CFC654452C}" presName="Name56" presStyleLbl="parChTrans1D2" presStyleIdx="1" presStyleCnt="7"/>
      <dgm:spPr/>
    </dgm:pt>
    <dgm:pt modelId="{F0965751-2919-4603-935F-D369AAE406D4}" type="pres">
      <dgm:prSet presAssocID="{12488BB3-0D80-41E3-8556-C1224830A0EF}" presName="text0" presStyleLbl="node1" presStyleIdx="2" presStyleCnt="8">
        <dgm:presLayoutVars>
          <dgm:bulletEnabled val="1"/>
        </dgm:presLayoutVars>
      </dgm:prSet>
      <dgm:spPr/>
    </dgm:pt>
    <dgm:pt modelId="{F9EA70A1-2F9A-4E00-93AC-F0FDE96728D5}" type="pres">
      <dgm:prSet presAssocID="{9E37F045-4333-412B-AFB4-C5985CA3B185}" presName="Name56" presStyleLbl="parChTrans1D2" presStyleIdx="2" presStyleCnt="7"/>
      <dgm:spPr/>
    </dgm:pt>
    <dgm:pt modelId="{B3CD52CE-7A8A-45AB-98C3-3863831D798A}" type="pres">
      <dgm:prSet presAssocID="{454C5343-2C09-48B8-987E-F705199280A2}" presName="text0" presStyleLbl="node1" presStyleIdx="3" presStyleCnt="8">
        <dgm:presLayoutVars>
          <dgm:bulletEnabled val="1"/>
        </dgm:presLayoutVars>
      </dgm:prSet>
      <dgm:spPr/>
    </dgm:pt>
    <dgm:pt modelId="{04B1B68B-1456-49C5-8D8E-5343C4F99274}" type="pres">
      <dgm:prSet presAssocID="{538308BB-388F-4F80-BC88-D5E0CC600801}" presName="Name56" presStyleLbl="parChTrans1D2" presStyleIdx="3" presStyleCnt="7"/>
      <dgm:spPr/>
    </dgm:pt>
    <dgm:pt modelId="{20203920-1B44-4C5C-B600-F3F2F2BD08BE}" type="pres">
      <dgm:prSet presAssocID="{3D691E04-9678-4F3B-8D67-10D2789AB857}" presName="text0" presStyleLbl="node1" presStyleIdx="4" presStyleCnt="8">
        <dgm:presLayoutVars>
          <dgm:bulletEnabled val="1"/>
        </dgm:presLayoutVars>
      </dgm:prSet>
      <dgm:spPr/>
    </dgm:pt>
    <dgm:pt modelId="{6198E825-1E13-4053-AFA5-0B38253347A5}" type="pres">
      <dgm:prSet presAssocID="{42CEEC0A-AD4A-443C-9BF0-4BCC2F974A9D}" presName="Name56" presStyleLbl="parChTrans1D2" presStyleIdx="4" presStyleCnt="7"/>
      <dgm:spPr/>
    </dgm:pt>
    <dgm:pt modelId="{DA4DD503-3F32-4029-B327-192C285B417B}" type="pres">
      <dgm:prSet presAssocID="{ABCB00D9-D5EB-4FA9-AC07-0100A516D99E}" presName="text0" presStyleLbl="node1" presStyleIdx="5" presStyleCnt="8">
        <dgm:presLayoutVars>
          <dgm:bulletEnabled val="1"/>
        </dgm:presLayoutVars>
      </dgm:prSet>
      <dgm:spPr/>
    </dgm:pt>
    <dgm:pt modelId="{91B31579-CEE8-46E6-B010-F47C071E1F4C}" type="pres">
      <dgm:prSet presAssocID="{084621F8-B957-4D47-9BB1-CC1E0237FD08}" presName="Name56" presStyleLbl="parChTrans1D2" presStyleIdx="5" presStyleCnt="7"/>
      <dgm:spPr/>
    </dgm:pt>
    <dgm:pt modelId="{C26976B3-C217-46C2-A817-9970C04E99E9}" type="pres">
      <dgm:prSet presAssocID="{AF9D71C6-F3F8-4EE4-8C78-B13A3AAAB0E8}" presName="text0" presStyleLbl="node1" presStyleIdx="6" presStyleCnt="8">
        <dgm:presLayoutVars>
          <dgm:bulletEnabled val="1"/>
        </dgm:presLayoutVars>
      </dgm:prSet>
      <dgm:spPr/>
    </dgm:pt>
    <dgm:pt modelId="{B1F56C52-8AD3-4F43-8E66-5B1D357784F8}" type="pres">
      <dgm:prSet presAssocID="{DC7CA31A-1E8A-4E06-A464-0B17CEF8B8A6}" presName="Name56" presStyleLbl="parChTrans1D2" presStyleIdx="6" presStyleCnt="7"/>
      <dgm:spPr/>
    </dgm:pt>
    <dgm:pt modelId="{15CD8BEF-EB7B-4C3A-90FF-EC4BD53EBB11}" type="pres">
      <dgm:prSet presAssocID="{02D47E09-BA6B-4FC2-805D-7D0851048DA6}" presName="text0" presStyleLbl="node1" presStyleIdx="7" presStyleCnt="8">
        <dgm:presLayoutVars>
          <dgm:bulletEnabled val="1"/>
        </dgm:presLayoutVars>
      </dgm:prSet>
      <dgm:spPr/>
    </dgm:pt>
  </dgm:ptLst>
  <dgm:cxnLst>
    <dgm:cxn modelId="{A6667A07-81AC-4F0E-BA14-ECE0D3A5FB12}" srcId="{DDBF50E7-8F2B-4845-B4CF-2ED864FD37D2}" destId="{ABCB00D9-D5EB-4FA9-AC07-0100A516D99E}" srcOrd="4" destOrd="0" parTransId="{42CEEC0A-AD4A-443C-9BF0-4BCC2F974A9D}" sibTransId="{154A35C2-0487-4020-855E-578C3DEA43EF}"/>
    <dgm:cxn modelId="{4509940C-561A-4319-9690-BC011C19A2EF}" srcId="{DDBF50E7-8F2B-4845-B4CF-2ED864FD37D2}" destId="{AF9D71C6-F3F8-4EE4-8C78-B13A3AAAB0E8}" srcOrd="5" destOrd="0" parTransId="{084621F8-B957-4D47-9BB1-CC1E0237FD08}" sibTransId="{818938F6-CABC-4B05-B582-2E9A2FDF9071}"/>
    <dgm:cxn modelId="{9E1D331B-64CD-4529-849F-75F23EB9C93B}" type="presOf" srcId="{3D691E04-9678-4F3B-8D67-10D2789AB857}" destId="{20203920-1B44-4C5C-B600-F3F2F2BD08BE}" srcOrd="0" destOrd="0" presId="urn:microsoft.com/office/officeart/2008/layout/RadialCluster"/>
    <dgm:cxn modelId="{8E2D482C-99E2-451E-8527-B24887C42511}" srcId="{DDBF50E7-8F2B-4845-B4CF-2ED864FD37D2}" destId="{454C5343-2C09-48B8-987E-F705199280A2}" srcOrd="2" destOrd="0" parTransId="{9E37F045-4333-412B-AFB4-C5985CA3B185}" sibTransId="{61E7B78B-5321-4001-B389-3F04FFD80132}"/>
    <dgm:cxn modelId="{C2C32034-620C-450C-8BFE-DAF48DDE9038}" type="presOf" srcId="{538308BB-388F-4F80-BC88-D5E0CC600801}" destId="{04B1B68B-1456-49C5-8D8E-5343C4F99274}" srcOrd="0" destOrd="0" presId="urn:microsoft.com/office/officeart/2008/layout/RadialCluster"/>
    <dgm:cxn modelId="{FEB5C541-59A3-4EF6-913B-FC8DC4877076}" srcId="{DDBF50E7-8F2B-4845-B4CF-2ED864FD37D2}" destId="{12488BB3-0D80-41E3-8556-C1224830A0EF}" srcOrd="1" destOrd="0" parTransId="{F459635C-31C1-446F-B5E1-A5CFC654452C}" sibTransId="{22946609-2356-425F-BD3C-AF0205BD3205}"/>
    <dgm:cxn modelId="{F87F3E66-4F49-46AB-A03A-606017F8CFB8}" srcId="{DDBF50E7-8F2B-4845-B4CF-2ED864FD37D2}" destId="{7C80F794-8EFC-45F1-AFF2-844E8E5C19D6}" srcOrd="0" destOrd="0" parTransId="{BD8D836A-8963-4845-8CE0-D5822273F7CB}" sibTransId="{DA1FDB35-641A-497D-8E83-3C418C22A928}"/>
    <dgm:cxn modelId="{12B0FE54-FA32-4258-9781-40FB9CE6ABD8}" srcId="{0E4E4F75-0FBB-4B42-AE2A-425D785B5E25}" destId="{DDBF50E7-8F2B-4845-B4CF-2ED864FD37D2}" srcOrd="0" destOrd="0" parTransId="{D0090E6C-ECDA-487F-AA5C-DC055263CFDD}" sibTransId="{993C7165-44DD-477D-8A43-B0D37204F2C9}"/>
    <dgm:cxn modelId="{EB7D3B81-1253-48B3-B10C-A66AC9CF7E1A}" type="presOf" srcId="{9E37F045-4333-412B-AFB4-C5985CA3B185}" destId="{F9EA70A1-2F9A-4E00-93AC-F0FDE96728D5}" srcOrd="0" destOrd="0" presId="urn:microsoft.com/office/officeart/2008/layout/RadialCluster"/>
    <dgm:cxn modelId="{3742F183-A8E2-4CAA-AACC-C9BE05361FA8}" type="presOf" srcId="{F459635C-31C1-446F-B5E1-A5CFC654452C}" destId="{B59915D5-6FA3-4352-BD30-55EA4141CCFE}" srcOrd="0" destOrd="0" presId="urn:microsoft.com/office/officeart/2008/layout/RadialCluster"/>
    <dgm:cxn modelId="{14EEA984-ED9D-4E58-B8C8-8C035F8174DA}" type="presOf" srcId="{42CEEC0A-AD4A-443C-9BF0-4BCC2F974A9D}" destId="{6198E825-1E13-4053-AFA5-0B38253347A5}" srcOrd="0" destOrd="0" presId="urn:microsoft.com/office/officeart/2008/layout/RadialCluster"/>
    <dgm:cxn modelId="{D2A5F98A-4033-4566-82DF-A73CF3B73162}" type="presOf" srcId="{DDBF50E7-8F2B-4845-B4CF-2ED864FD37D2}" destId="{A2DBBDAF-992D-4018-89CD-31982D1830A8}" srcOrd="0" destOrd="0" presId="urn:microsoft.com/office/officeart/2008/layout/RadialCluster"/>
    <dgm:cxn modelId="{A7FD889C-9856-42FB-A7F0-9D8702C25D72}" type="presOf" srcId="{BD8D836A-8963-4845-8CE0-D5822273F7CB}" destId="{D767BB44-50DD-41F5-8184-18BB65B60943}" srcOrd="0" destOrd="0" presId="urn:microsoft.com/office/officeart/2008/layout/RadialCluster"/>
    <dgm:cxn modelId="{673E989E-227E-49B4-83F5-F824B33F3223}" type="presOf" srcId="{0E4E4F75-0FBB-4B42-AE2A-425D785B5E25}" destId="{82C7472A-A5DD-42BC-A6A5-95FCCE513FC0}" srcOrd="0" destOrd="0" presId="urn:microsoft.com/office/officeart/2008/layout/RadialCluster"/>
    <dgm:cxn modelId="{CBF79B9E-2480-4CA1-ABE8-7CE06B1507CB}" srcId="{DDBF50E7-8F2B-4845-B4CF-2ED864FD37D2}" destId="{3D691E04-9678-4F3B-8D67-10D2789AB857}" srcOrd="3" destOrd="0" parTransId="{538308BB-388F-4F80-BC88-D5E0CC600801}" sibTransId="{CB43A188-E16E-44C1-B492-144F0875C6A0}"/>
    <dgm:cxn modelId="{D487DBAF-3472-403D-AC6D-8F5C058F9900}" srcId="{DDBF50E7-8F2B-4845-B4CF-2ED864FD37D2}" destId="{02D47E09-BA6B-4FC2-805D-7D0851048DA6}" srcOrd="6" destOrd="0" parTransId="{DC7CA31A-1E8A-4E06-A464-0B17CEF8B8A6}" sibTransId="{2C851EB5-3600-444F-ACAB-31EEAA49B913}"/>
    <dgm:cxn modelId="{915D31B9-3B40-415F-925F-4C8CE6CEAE61}" type="presOf" srcId="{084621F8-B957-4D47-9BB1-CC1E0237FD08}" destId="{91B31579-CEE8-46E6-B010-F47C071E1F4C}" srcOrd="0" destOrd="0" presId="urn:microsoft.com/office/officeart/2008/layout/RadialCluster"/>
    <dgm:cxn modelId="{09D534BF-DE2C-41C1-869A-7BEB45D035BF}" type="presOf" srcId="{02D47E09-BA6B-4FC2-805D-7D0851048DA6}" destId="{15CD8BEF-EB7B-4C3A-90FF-EC4BD53EBB11}" srcOrd="0" destOrd="0" presId="urn:microsoft.com/office/officeart/2008/layout/RadialCluster"/>
    <dgm:cxn modelId="{25153AC4-B992-45F8-8FFC-34F003211AAD}" type="presOf" srcId="{ABCB00D9-D5EB-4FA9-AC07-0100A516D99E}" destId="{DA4DD503-3F32-4029-B327-192C285B417B}" srcOrd="0" destOrd="0" presId="urn:microsoft.com/office/officeart/2008/layout/RadialCluster"/>
    <dgm:cxn modelId="{2E8A31C9-1B5A-4CD5-8CFF-3CD2A5F0CFF5}" type="presOf" srcId="{DC7CA31A-1E8A-4E06-A464-0B17CEF8B8A6}" destId="{B1F56C52-8AD3-4F43-8E66-5B1D357784F8}" srcOrd="0" destOrd="0" presId="urn:microsoft.com/office/officeart/2008/layout/RadialCluster"/>
    <dgm:cxn modelId="{1F0B99D6-644F-4181-B6FF-1CAD3D0F47F8}" type="presOf" srcId="{7C80F794-8EFC-45F1-AFF2-844E8E5C19D6}" destId="{2512408B-4E38-45F8-8C42-7CDE3C4FF768}" srcOrd="0" destOrd="0" presId="urn:microsoft.com/office/officeart/2008/layout/RadialCluster"/>
    <dgm:cxn modelId="{373B81D8-607D-4B5C-AB50-7374ECCBEB83}" type="presOf" srcId="{12488BB3-0D80-41E3-8556-C1224830A0EF}" destId="{F0965751-2919-4603-935F-D369AAE406D4}" srcOrd="0" destOrd="0" presId="urn:microsoft.com/office/officeart/2008/layout/RadialCluster"/>
    <dgm:cxn modelId="{4649F5F5-9F53-4374-86E7-E3DAD73BC0FC}" type="presOf" srcId="{454C5343-2C09-48B8-987E-F705199280A2}" destId="{B3CD52CE-7A8A-45AB-98C3-3863831D798A}" srcOrd="0" destOrd="0" presId="urn:microsoft.com/office/officeart/2008/layout/RadialCluster"/>
    <dgm:cxn modelId="{A56BD9FC-07EE-40EC-9DFB-EEDF8BF25971}" type="presOf" srcId="{AF9D71C6-F3F8-4EE4-8C78-B13A3AAAB0E8}" destId="{C26976B3-C217-46C2-A817-9970C04E99E9}" srcOrd="0" destOrd="0" presId="urn:microsoft.com/office/officeart/2008/layout/RadialCluster"/>
    <dgm:cxn modelId="{B1B5AA17-7A3C-470F-9A87-5D7394172BAE}" type="presParOf" srcId="{82C7472A-A5DD-42BC-A6A5-95FCCE513FC0}" destId="{64099900-B9EB-474D-BD95-567AB61DF8C4}" srcOrd="0" destOrd="0" presId="urn:microsoft.com/office/officeart/2008/layout/RadialCluster"/>
    <dgm:cxn modelId="{75B12130-60E2-48A3-A5D8-0BC70A50C178}" type="presParOf" srcId="{64099900-B9EB-474D-BD95-567AB61DF8C4}" destId="{A2DBBDAF-992D-4018-89CD-31982D1830A8}" srcOrd="0" destOrd="0" presId="urn:microsoft.com/office/officeart/2008/layout/RadialCluster"/>
    <dgm:cxn modelId="{72A3C772-E912-4977-9CF1-577EE2316587}" type="presParOf" srcId="{64099900-B9EB-474D-BD95-567AB61DF8C4}" destId="{D767BB44-50DD-41F5-8184-18BB65B60943}" srcOrd="1" destOrd="0" presId="urn:microsoft.com/office/officeart/2008/layout/RadialCluster"/>
    <dgm:cxn modelId="{E2956A9B-8D63-4A63-AD44-D271D97BF7CC}" type="presParOf" srcId="{64099900-B9EB-474D-BD95-567AB61DF8C4}" destId="{2512408B-4E38-45F8-8C42-7CDE3C4FF768}" srcOrd="2" destOrd="0" presId="urn:microsoft.com/office/officeart/2008/layout/RadialCluster"/>
    <dgm:cxn modelId="{D7154807-488B-45F2-92DB-9E1C16FA9218}" type="presParOf" srcId="{64099900-B9EB-474D-BD95-567AB61DF8C4}" destId="{B59915D5-6FA3-4352-BD30-55EA4141CCFE}" srcOrd="3" destOrd="0" presId="urn:microsoft.com/office/officeart/2008/layout/RadialCluster"/>
    <dgm:cxn modelId="{EBF5F182-07CA-41A2-81C8-A7FA505601C8}" type="presParOf" srcId="{64099900-B9EB-474D-BD95-567AB61DF8C4}" destId="{F0965751-2919-4603-935F-D369AAE406D4}" srcOrd="4" destOrd="0" presId="urn:microsoft.com/office/officeart/2008/layout/RadialCluster"/>
    <dgm:cxn modelId="{1B12123E-AF07-405F-9F4B-3B28B8AD3AC9}" type="presParOf" srcId="{64099900-B9EB-474D-BD95-567AB61DF8C4}" destId="{F9EA70A1-2F9A-4E00-93AC-F0FDE96728D5}" srcOrd="5" destOrd="0" presId="urn:microsoft.com/office/officeart/2008/layout/RadialCluster"/>
    <dgm:cxn modelId="{43ABF53F-9400-44CC-9FE1-66B7B4F84763}" type="presParOf" srcId="{64099900-B9EB-474D-BD95-567AB61DF8C4}" destId="{B3CD52CE-7A8A-45AB-98C3-3863831D798A}" srcOrd="6" destOrd="0" presId="urn:microsoft.com/office/officeart/2008/layout/RadialCluster"/>
    <dgm:cxn modelId="{9773A721-EABB-4D36-B057-99588B967331}" type="presParOf" srcId="{64099900-B9EB-474D-BD95-567AB61DF8C4}" destId="{04B1B68B-1456-49C5-8D8E-5343C4F99274}" srcOrd="7" destOrd="0" presId="urn:microsoft.com/office/officeart/2008/layout/RadialCluster"/>
    <dgm:cxn modelId="{2D032414-39A6-4861-8CE7-342C58770DF1}" type="presParOf" srcId="{64099900-B9EB-474D-BD95-567AB61DF8C4}" destId="{20203920-1B44-4C5C-B600-F3F2F2BD08BE}" srcOrd="8" destOrd="0" presId="urn:microsoft.com/office/officeart/2008/layout/RadialCluster"/>
    <dgm:cxn modelId="{37A1182C-4960-4C85-B111-6C3C125673B4}" type="presParOf" srcId="{64099900-B9EB-474D-BD95-567AB61DF8C4}" destId="{6198E825-1E13-4053-AFA5-0B38253347A5}" srcOrd="9" destOrd="0" presId="urn:microsoft.com/office/officeart/2008/layout/RadialCluster"/>
    <dgm:cxn modelId="{763F10FC-DE2F-4D33-BB06-6026D78D5EFD}" type="presParOf" srcId="{64099900-B9EB-474D-BD95-567AB61DF8C4}" destId="{DA4DD503-3F32-4029-B327-192C285B417B}" srcOrd="10" destOrd="0" presId="urn:microsoft.com/office/officeart/2008/layout/RadialCluster"/>
    <dgm:cxn modelId="{B09BC827-84CD-45C0-9483-D9CFF335084B}" type="presParOf" srcId="{64099900-B9EB-474D-BD95-567AB61DF8C4}" destId="{91B31579-CEE8-46E6-B010-F47C071E1F4C}" srcOrd="11" destOrd="0" presId="urn:microsoft.com/office/officeart/2008/layout/RadialCluster"/>
    <dgm:cxn modelId="{34C61939-D8C5-49E1-ACF3-CB98971F7E18}" type="presParOf" srcId="{64099900-B9EB-474D-BD95-567AB61DF8C4}" destId="{C26976B3-C217-46C2-A817-9970C04E99E9}" srcOrd="12" destOrd="0" presId="urn:microsoft.com/office/officeart/2008/layout/RadialCluster"/>
    <dgm:cxn modelId="{13B8F26B-CDD7-4DEA-B8FC-4A81ADA5E9B3}" type="presParOf" srcId="{64099900-B9EB-474D-BD95-567AB61DF8C4}" destId="{B1F56C52-8AD3-4F43-8E66-5B1D357784F8}" srcOrd="13" destOrd="0" presId="urn:microsoft.com/office/officeart/2008/layout/RadialCluster"/>
    <dgm:cxn modelId="{BDB5F0B0-FF8E-4C85-B5CC-43B3096A0D23}" type="presParOf" srcId="{64099900-B9EB-474D-BD95-567AB61DF8C4}" destId="{15CD8BEF-EB7B-4C3A-90FF-EC4BD53EBB11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BBDAF-992D-4018-89CD-31982D1830A8}">
      <dsp:nvSpPr>
        <dsp:cNvPr id="0" name=""/>
        <dsp:cNvSpPr/>
      </dsp:nvSpPr>
      <dsp:spPr>
        <a:xfrm>
          <a:off x="3357917" y="2167614"/>
          <a:ext cx="1756173" cy="175617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>
            <a:latin typeface="+mn-lt"/>
          </a:endParaRPr>
        </a:p>
      </dsp:txBody>
      <dsp:txXfrm>
        <a:off x="3443646" y="2253343"/>
        <a:ext cx="1584715" cy="1584715"/>
      </dsp:txXfrm>
    </dsp:sp>
    <dsp:sp modelId="{D767BB44-50DD-41F5-8184-18BB65B60943}">
      <dsp:nvSpPr>
        <dsp:cNvPr id="0" name=""/>
        <dsp:cNvSpPr/>
      </dsp:nvSpPr>
      <dsp:spPr>
        <a:xfrm rot="16200000">
          <a:off x="3770126" y="1701737"/>
          <a:ext cx="93175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1754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12408B-4E38-45F8-8C42-7CDE3C4FF768}">
      <dsp:nvSpPr>
        <dsp:cNvPr id="0" name=""/>
        <dsp:cNvSpPr/>
      </dsp:nvSpPr>
      <dsp:spPr>
        <a:xfrm>
          <a:off x="3647685" y="59223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latin typeface="+mn-lt"/>
          </a:endParaRPr>
        </a:p>
      </dsp:txBody>
      <dsp:txXfrm>
        <a:off x="3705124" y="116662"/>
        <a:ext cx="1061757" cy="1061757"/>
      </dsp:txXfrm>
    </dsp:sp>
    <dsp:sp modelId="{B59915D5-6FA3-4352-BD30-55EA4141CCFE}">
      <dsp:nvSpPr>
        <dsp:cNvPr id="0" name=""/>
        <dsp:cNvSpPr/>
      </dsp:nvSpPr>
      <dsp:spPr>
        <a:xfrm rot="19285714">
          <a:off x="5057087" y="2182545"/>
          <a:ext cx="5225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22557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965751-2919-4603-935F-D369AAE406D4}">
      <dsp:nvSpPr>
        <dsp:cNvPr id="0" name=""/>
        <dsp:cNvSpPr/>
      </dsp:nvSpPr>
      <dsp:spPr>
        <a:xfrm>
          <a:off x="5522642" y="962155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>
            <a:latin typeface="+mn-lt"/>
          </a:endParaRPr>
        </a:p>
      </dsp:txBody>
      <dsp:txXfrm>
        <a:off x="5580081" y="1019594"/>
        <a:ext cx="1061757" cy="1061757"/>
      </dsp:txXfrm>
    </dsp:sp>
    <dsp:sp modelId="{F9EA70A1-2F9A-4E00-93AC-F0FDE96728D5}">
      <dsp:nvSpPr>
        <dsp:cNvPr id="0" name=""/>
        <dsp:cNvSpPr/>
      </dsp:nvSpPr>
      <dsp:spPr>
        <a:xfrm rot="771429">
          <a:off x="5102882" y="3345590"/>
          <a:ext cx="89404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94043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CD52CE-7A8A-45AB-98C3-3863831D798A}">
      <dsp:nvSpPr>
        <dsp:cNvPr id="0" name=""/>
        <dsp:cNvSpPr/>
      </dsp:nvSpPr>
      <dsp:spPr>
        <a:xfrm>
          <a:off x="5985718" y="2991023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>
            <a:latin typeface="+mn-lt"/>
          </a:endParaRPr>
        </a:p>
      </dsp:txBody>
      <dsp:txXfrm>
        <a:off x="6043157" y="3048462"/>
        <a:ext cx="1061757" cy="1061757"/>
      </dsp:txXfrm>
    </dsp:sp>
    <dsp:sp modelId="{04B1B68B-1456-49C5-8D8E-5343C4F99274}">
      <dsp:nvSpPr>
        <dsp:cNvPr id="0" name=""/>
        <dsp:cNvSpPr/>
      </dsp:nvSpPr>
      <dsp:spPr>
        <a:xfrm rot="3857143">
          <a:off x="4440750" y="4270918"/>
          <a:ext cx="77057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0573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203920-1B44-4C5C-B600-F3F2F2BD08BE}">
      <dsp:nvSpPr>
        <dsp:cNvPr id="0" name=""/>
        <dsp:cNvSpPr/>
      </dsp:nvSpPr>
      <dsp:spPr>
        <a:xfrm>
          <a:off x="4688207" y="4618050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+mn-lt"/>
            </a:rPr>
            <a:t>Text</a:t>
          </a:r>
        </a:p>
      </dsp:txBody>
      <dsp:txXfrm>
        <a:off x="4745646" y="4675489"/>
        <a:ext cx="1061757" cy="1061757"/>
      </dsp:txXfrm>
    </dsp:sp>
    <dsp:sp modelId="{6198E825-1E13-4053-AFA5-0B38253347A5}">
      <dsp:nvSpPr>
        <dsp:cNvPr id="0" name=""/>
        <dsp:cNvSpPr/>
      </dsp:nvSpPr>
      <dsp:spPr>
        <a:xfrm rot="6942857">
          <a:off x="3260683" y="4270918"/>
          <a:ext cx="77057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0573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4DD503-3F32-4029-B327-192C285B417B}">
      <dsp:nvSpPr>
        <dsp:cNvPr id="0" name=""/>
        <dsp:cNvSpPr/>
      </dsp:nvSpPr>
      <dsp:spPr>
        <a:xfrm>
          <a:off x="2607163" y="4618050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+mn-lt"/>
            </a:rPr>
            <a:t>Text</a:t>
          </a:r>
        </a:p>
      </dsp:txBody>
      <dsp:txXfrm>
        <a:off x="2664602" y="4675489"/>
        <a:ext cx="1061757" cy="1061757"/>
      </dsp:txXfrm>
    </dsp:sp>
    <dsp:sp modelId="{91B31579-CEE8-46E6-B010-F47C071E1F4C}">
      <dsp:nvSpPr>
        <dsp:cNvPr id="0" name=""/>
        <dsp:cNvSpPr/>
      </dsp:nvSpPr>
      <dsp:spPr>
        <a:xfrm rot="10028571">
          <a:off x="2475081" y="3345590"/>
          <a:ext cx="89404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94043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6976B3-C217-46C2-A817-9970C04E99E9}">
      <dsp:nvSpPr>
        <dsp:cNvPr id="0" name=""/>
        <dsp:cNvSpPr/>
      </dsp:nvSpPr>
      <dsp:spPr>
        <a:xfrm>
          <a:off x="1309652" y="2991023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+mn-lt"/>
            </a:rPr>
            <a:t>Text</a:t>
          </a:r>
        </a:p>
      </dsp:txBody>
      <dsp:txXfrm>
        <a:off x="1367091" y="3048462"/>
        <a:ext cx="1061757" cy="1061757"/>
      </dsp:txXfrm>
    </dsp:sp>
    <dsp:sp modelId="{B1F56C52-8AD3-4F43-8E66-5B1D357784F8}">
      <dsp:nvSpPr>
        <dsp:cNvPr id="0" name=""/>
        <dsp:cNvSpPr/>
      </dsp:nvSpPr>
      <dsp:spPr>
        <a:xfrm rot="13114286">
          <a:off x="2892362" y="2182545"/>
          <a:ext cx="52255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22557" y="0"/>
              </a:lnTo>
            </a:path>
          </a:pathLst>
        </a:custGeom>
        <a:noFill/>
        <a:ln w="9525" cap="rnd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CD8BEF-EB7B-4C3A-90FF-EC4BD53EBB11}">
      <dsp:nvSpPr>
        <dsp:cNvPr id="0" name=""/>
        <dsp:cNvSpPr/>
      </dsp:nvSpPr>
      <dsp:spPr>
        <a:xfrm>
          <a:off x="1772729" y="962155"/>
          <a:ext cx="1176635" cy="1176635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+mn-lt"/>
            </a:rPr>
            <a:t>Text</a:t>
          </a:r>
        </a:p>
      </dsp:txBody>
      <dsp:txXfrm>
        <a:off x="1830168" y="1019594"/>
        <a:ext cx="1061757" cy="1061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63122C-732C-46F9-8481-25632EC94D15}"/>
              </a:ext>
            </a:extLst>
          </p:cNvPr>
          <p:cNvSpPr txBox="1"/>
          <p:nvPr/>
        </p:nvSpPr>
        <p:spPr>
          <a:xfrm>
            <a:off x="6981372" y="6072415"/>
            <a:ext cx="5065486" cy="40011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www.tritekconsulting.co.uk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A10331-7758-4FED-9BC8-A3E97B14CD20}"/>
              </a:ext>
            </a:extLst>
          </p:cNvPr>
          <p:cNvSpPr txBox="1">
            <a:spLocks/>
          </p:cNvSpPr>
          <p:nvPr/>
        </p:nvSpPr>
        <p:spPr>
          <a:xfrm>
            <a:off x="2905600" y="1802247"/>
            <a:ext cx="6380799" cy="110875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5400" b="1" dirty="0">
                <a:solidFill>
                  <a:schemeClr val="bg1"/>
                </a:solidFill>
              </a:rPr>
              <a:t>Project NAME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1776" y="3013027"/>
            <a:ext cx="4888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Features Presentation</a:t>
            </a:r>
          </a:p>
        </p:txBody>
      </p:sp>
    </p:spTree>
    <p:extLst>
      <p:ext uri="{BB962C8B-B14F-4D97-AF65-F5344CB8AC3E}">
        <p14:creationId xmlns:p14="http://schemas.microsoft.com/office/powerpoint/2010/main" val="81617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7C67C-F7D4-4ABE-BB0C-D2A270AB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746" y="297315"/>
            <a:ext cx="3335822" cy="820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42E20-057F-43C8-90D7-FF23E53C35B7}"/>
              </a:ext>
            </a:extLst>
          </p:cNvPr>
          <p:cNvSpPr txBox="1"/>
          <p:nvPr/>
        </p:nvSpPr>
        <p:spPr>
          <a:xfrm>
            <a:off x="2200496" y="1046643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Project Mandate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E048BEC8-40AE-D3B8-AEBF-ABD7F46FD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147602"/>
              </p:ext>
            </p:extLst>
          </p:nvPr>
        </p:nvGraphicFramePr>
        <p:xfrm>
          <a:off x="1688078" y="2189705"/>
          <a:ext cx="8128000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22023">
                  <a:extLst>
                    <a:ext uri="{9D8B030D-6E8A-4147-A177-3AD203B41FA5}">
                      <a16:colId xmlns:a16="http://schemas.microsoft.com/office/drawing/2014/main" val="3514039855"/>
                    </a:ext>
                  </a:extLst>
                </a:gridCol>
                <a:gridCol w="6105977">
                  <a:extLst>
                    <a:ext uri="{9D8B030D-6E8A-4147-A177-3AD203B41FA5}">
                      <a16:colId xmlns:a16="http://schemas.microsoft.com/office/drawing/2014/main" val="2266037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PROJECT TYPE: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430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Project Aim: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795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Start Date: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554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Timeline: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40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End Date: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0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Client: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30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40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685026B-3B76-4F13-9EF3-3F2296AD9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695117"/>
              </p:ext>
            </p:extLst>
          </p:nvPr>
        </p:nvGraphicFramePr>
        <p:xfrm>
          <a:off x="831166" y="1580498"/>
          <a:ext cx="6125275" cy="405689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5683">
                  <a:extLst>
                    <a:ext uri="{9D8B030D-6E8A-4147-A177-3AD203B41FA5}">
                      <a16:colId xmlns:a16="http://schemas.microsoft.com/office/drawing/2014/main" val="2828921001"/>
                    </a:ext>
                  </a:extLst>
                </a:gridCol>
                <a:gridCol w="4679592">
                  <a:extLst>
                    <a:ext uri="{9D8B030D-6E8A-4147-A177-3AD203B41FA5}">
                      <a16:colId xmlns:a16="http://schemas.microsoft.com/office/drawing/2014/main" val="2565861507"/>
                    </a:ext>
                  </a:extLst>
                </a:gridCol>
              </a:tblGrid>
              <a:tr h="396363">
                <a:tc>
                  <a:txBody>
                    <a:bodyPr/>
                    <a:lstStyle/>
                    <a:p>
                      <a:r>
                        <a:rPr lang="en-GB" dirty="0"/>
                        <a:t>Feature ID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Feature Name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816354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56934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272149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838110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94874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852104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142528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968848"/>
                  </a:ext>
                </a:extLst>
              </a:tr>
              <a:tr h="457567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914DB4-8B01-A048-B8AF-4D836490A2F4}"/>
              </a:ext>
            </a:extLst>
          </p:cNvPr>
          <p:cNvSpPr txBox="1"/>
          <p:nvPr/>
        </p:nvSpPr>
        <p:spPr>
          <a:xfrm>
            <a:off x="750179" y="869222"/>
            <a:ext cx="5497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FEATURES LIST</a:t>
            </a:r>
          </a:p>
        </p:txBody>
      </p:sp>
    </p:spTree>
    <p:extLst>
      <p:ext uri="{BB962C8B-B14F-4D97-AF65-F5344CB8AC3E}">
        <p14:creationId xmlns:p14="http://schemas.microsoft.com/office/powerpoint/2010/main" val="304011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7C67C-F7D4-4ABE-BB0C-D2A270AB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746" y="297315"/>
            <a:ext cx="3335822" cy="820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42E20-057F-43C8-90D7-FF23E53C35B7}"/>
              </a:ext>
            </a:extLst>
          </p:cNvPr>
          <p:cNvSpPr txBox="1"/>
          <p:nvPr/>
        </p:nvSpPr>
        <p:spPr>
          <a:xfrm>
            <a:off x="490660" y="242748"/>
            <a:ext cx="710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FEATURE MAP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BF18BD-06A8-5337-7CD0-1C94473F0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005296"/>
              </p:ext>
            </p:extLst>
          </p:nvPr>
        </p:nvGraphicFramePr>
        <p:xfrm>
          <a:off x="2102656" y="813772"/>
          <a:ext cx="8472007" cy="5853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89752E-1C26-B45D-D2BD-E1EE513D589F}"/>
              </a:ext>
            </a:extLst>
          </p:cNvPr>
          <p:cNvSpPr txBox="1"/>
          <p:nvPr/>
        </p:nvSpPr>
        <p:spPr>
          <a:xfrm>
            <a:off x="490660" y="943871"/>
            <a:ext cx="3290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02060"/>
                </a:solidFill>
              </a:rPr>
              <a:t>This is a template. Feel free to change this format to suit your project needs.</a:t>
            </a:r>
          </a:p>
        </p:txBody>
      </p:sp>
    </p:spTree>
    <p:extLst>
      <p:ext uri="{BB962C8B-B14F-4D97-AF65-F5344CB8AC3E}">
        <p14:creationId xmlns:p14="http://schemas.microsoft.com/office/powerpoint/2010/main" val="391868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476633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57197" y="1210963"/>
            <a:ext cx="11195222" cy="0"/>
            <a:chOff x="457197" y="1235677"/>
            <a:chExt cx="11195222" cy="0"/>
          </a:xfrm>
        </p:grpSpPr>
        <p:cxnSp>
          <p:nvCxnSpPr>
            <p:cNvPr id="4" name="Straight Connector 3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D4F0DC2-23DD-31ED-EA64-7BA021C8F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33580"/>
              </p:ext>
            </p:extLst>
          </p:nvPr>
        </p:nvGraphicFramePr>
        <p:xfrm>
          <a:off x="2826327" y="1734693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KPI:</a:t>
                      </a:r>
                      <a:endParaRPr lang="en-GB" sz="180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Priority:</a:t>
                      </a:r>
                      <a:endParaRPr lang="en-GB" sz="18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46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476633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57197" y="1210963"/>
            <a:ext cx="11195222" cy="0"/>
            <a:chOff x="457197" y="1235677"/>
            <a:chExt cx="11195222" cy="0"/>
          </a:xfrm>
        </p:grpSpPr>
        <p:cxnSp>
          <p:nvCxnSpPr>
            <p:cNvPr id="4" name="Straight Connector 3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1DBAF9B7-A493-F631-6D3F-F4CB326EF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484329"/>
              </p:ext>
            </p:extLst>
          </p:nvPr>
        </p:nvGraphicFramePr>
        <p:xfrm>
          <a:off x="2826327" y="1734693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KPI:</a:t>
                      </a:r>
                      <a:endParaRPr lang="en-GB" sz="180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Priority:</a:t>
                      </a:r>
                      <a:endParaRPr lang="en-GB" sz="18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21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/>
          <p:cNvSpPr txBox="1">
            <a:spLocks/>
          </p:cNvSpPr>
          <p:nvPr/>
        </p:nvSpPr>
        <p:spPr>
          <a:xfrm>
            <a:off x="457197" y="1476633"/>
            <a:ext cx="1887797" cy="10060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2800" b="1" kern="1200" spc="-15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Feature Name</a:t>
            </a:r>
            <a:endParaRPr lang="en-US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57197" y="1210963"/>
            <a:ext cx="11195222" cy="0"/>
            <a:chOff x="457197" y="1235677"/>
            <a:chExt cx="11195222" cy="0"/>
          </a:xfrm>
        </p:grpSpPr>
        <p:cxnSp>
          <p:nvCxnSpPr>
            <p:cNvPr id="4" name="Straight Connector 3"/>
            <p:cNvCxnSpPr>
              <a:cxnSpLocks/>
            </p:cNvCxnSpPr>
            <p:nvPr/>
          </p:nvCxnSpPr>
          <p:spPr>
            <a:xfrm>
              <a:off x="457197" y="1235677"/>
              <a:ext cx="1696064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</p:cNvCxnSpPr>
            <p:nvPr/>
          </p:nvCxnSpPr>
          <p:spPr>
            <a:xfrm>
              <a:off x="2743200" y="1235677"/>
              <a:ext cx="8909219" cy="0"/>
            </a:xfrm>
            <a:prstGeom prst="line">
              <a:avLst/>
            </a:prstGeom>
            <a:ln w="19050"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68076DE-87FF-08CD-420B-E58BBF03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496628"/>
              </p:ext>
            </p:extLst>
          </p:nvPr>
        </p:nvGraphicFramePr>
        <p:xfrm>
          <a:off x="2826327" y="1734693"/>
          <a:ext cx="8099318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099318">
                  <a:extLst>
                    <a:ext uri="{9D8B030D-6E8A-4147-A177-3AD203B41FA5}">
                      <a16:colId xmlns:a16="http://schemas.microsoft.com/office/drawing/2014/main" val="394196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Feature ID: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88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Solution</a:t>
                      </a: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8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Behaviours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3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KPI:</a:t>
                      </a:r>
                      <a:endParaRPr lang="en-GB" sz="1800" i="0" u="none" strike="noStrike" cap="none" dirty="0">
                        <a:solidFill>
                          <a:schemeClr val="dk1"/>
                        </a:solidFill>
                        <a:latin typeface="+mn-lt"/>
                        <a:ea typeface="Century Gothic"/>
                        <a:cs typeface="Arial" panose="020B0604020202020204" pitchFamily="34" charset="0"/>
                        <a:sym typeface="Century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8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Century Gothic"/>
                          <a:cs typeface="Arial" panose="020B0604020202020204" pitchFamily="34" charset="0"/>
                          <a:sym typeface="Century Gothic"/>
                        </a:rPr>
                        <a:t>Priority:</a:t>
                      </a:r>
                      <a:endParaRPr lang="en-GB" sz="18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8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93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9278" y="2580620"/>
            <a:ext cx="4267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0350566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5374</TotalTime>
  <Words>97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seyi Ajayi</dc:creator>
  <cp:lastModifiedBy>okeyinfu Ajayi</cp:lastModifiedBy>
  <cp:revision>145</cp:revision>
  <dcterms:created xsi:type="dcterms:W3CDTF">2017-11-24T01:25:07Z</dcterms:created>
  <dcterms:modified xsi:type="dcterms:W3CDTF">2023-04-17T20:11:46Z</dcterms:modified>
</cp:coreProperties>
</file>